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2"/>
  </p:notesMasterIdLst>
  <p:sldIdLst>
    <p:sldId id="256" r:id="rId3"/>
    <p:sldId id="1422" r:id="rId4"/>
    <p:sldId id="1423" r:id="rId5"/>
    <p:sldId id="1425" r:id="rId6"/>
    <p:sldId id="1426" r:id="rId7"/>
    <p:sldId id="1420" r:id="rId8"/>
    <p:sldId id="1421" r:id="rId9"/>
    <p:sldId id="1427" r:id="rId10"/>
    <p:sldId id="1418"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377085-66F0-478F-9095-82444699BE80}" v="63" dt="2024-11-22T14:52:18.8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061" autoAdjust="0"/>
  </p:normalViewPr>
  <p:slideViewPr>
    <p:cSldViewPr snapToGrid="0">
      <p:cViewPr>
        <p:scale>
          <a:sx n="60" d="100"/>
          <a:sy n="60" d="100"/>
        </p:scale>
        <p:origin x="1522"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5/10/relationships/revisionInfo" Target="revisionInfo.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185191-840E-4418-8248-84FAA3B0B566}" type="datetimeFigureOut">
              <a:rPr lang="en-IN" smtClean="0"/>
              <a:t>25-11-2024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484F9E6-BAF8-4E9B-A9F5-D126E2D80F3C}" type="slidenum">
              <a:rPr lang="en-IN" smtClean="0"/>
              <a:t>‹#›</a:t>
            </a:fld>
            <a:endParaRPr lang="en-IN"/>
          </a:p>
        </p:txBody>
      </p:sp>
    </p:spTree>
    <p:extLst>
      <p:ext uri="{BB962C8B-B14F-4D97-AF65-F5344CB8AC3E}">
        <p14:creationId xmlns:p14="http://schemas.microsoft.com/office/powerpoint/2010/main" val="2058597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"Pneumonia: 'The world is underestimating the threat of pneumonia, a disease that claims more lives than HIV, malaria, and tuberculosis combined.' – Dr. Tedros Adhanom, Director-General of the World Health Organization.“</a:t>
            </a:r>
          </a:p>
          <a:p>
            <a:r>
              <a:rPr lang="en-US" dirty="0"/>
              <a:t>Good afternoon, esteemed researchers, and attendees. I Dhruv Sunil will be presenting our paper titled </a:t>
            </a:r>
            <a:r>
              <a:rPr lang="en-US" i="1" dirty="0"/>
              <a:t>Pneumonia Detection Using Vision Transformers</a:t>
            </a:r>
            <a:r>
              <a:rPr lang="en-US" dirty="0"/>
              <a:t>.</a:t>
            </a:r>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1</a:t>
            </a:fld>
            <a:endParaRPr lang="en-IN"/>
          </a:p>
        </p:txBody>
      </p:sp>
    </p:spTree>
    <p:extLst>
      <p:ext uri="{BB962C8B-B14F-4D97-AF65-F5344CB8AC3E}">
        <p14:creationId xmlns:p14="http://schemas.microsoft.com/office/powerpoint/2010/main" val="30828034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According to UNICEF in 2021, pneumonia is the leading cause of death among children. Almost all of these deaths are preventable, but this still ends up taking the lives of more than 700,000 children </a:t>
            </a:r>
            <a:r>
              <a:rPr lang="en-US" dirty="0" err="1"/>
              <a:t>annually."‘Pneumonia</a:t>
            </a:r>
            <a:r>
              <a:rPr lang="en-US" dirty="0"/>
              <a:t> remains a leading cause of death worldwide, yet it is preventable and treatable.’ – Dr. Anthony Fauci, Director of the National Institute of Allergy and Infectious </a:t>
            </a:r>
            <a:r>
              <a:rPr lang="en-US" dirty="0" err="1"/>
              <a:t>Diseases."It</a:t>
            </a:r>
            <a:r>
              <a:rPr lang="en-US" dirty="0"/>
              <a:t> is estimated that millions of deaths occur annually due to late </a:t>
            </a:r>
            <a:r>
              <a:rPr lang="en-US" dirty="0" err="1"/>
              <a:t>diagnosis.Late</a:t>
            </a:r>
            <a:r>
              <a:rPr lang="en-US" dirty="0"/>
              <a:t> diagnosis of pneumonia often leads to severe complications and higher mortality rates. According to a study by John Hopkins medicines in 2019, researchers found that diagnostic errors were the most catastrophic and costly medicinal mistakes. The big 3 diagnostic errors , leading to death or serious permanent disability were associated with misdiagnosed cancers (37.8%), vascular events(22.8%) and infections (13.5%).</a:t>
            </a:r>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2</a:t>
            </a:fld>
            <a:endParaRPr lang="en-IN"/>
          </a:p>
        </p:txBody>
      </p:sp>
    </p:spTree>
    <p:extLst>
      <p:ext uri="{BB962C8B-B14F-4D97-AF65-F5344CB8AC3E}">
        <p14:creationId xmlns:p14="http://schemas.microsoft.com/office/powerpoint/2010/main" val="8567040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AI-based solutions can counter this by providing earlier and accurate detection through advanced image analysis and predictive models. This technology enables timely intervention, reducing delays in treatment and significantly improving patient survival rates and </a:t>
            </a:r>
            <a:r>
              <a:rPr lang="en-US" dirty="0" err="1"/>
              <a:t>outcomes.We</a:t>
            </a:r>
            <a:r>
              <a:rPr lang="en-US" dirty="0"/>
              <a:t> have utilized Vision Transformers (</a:t>
            </a:r>
            <a:r>
              <a:rPr lang="en-US" dirty="0" err="1"/>
              <a:t>ViTs</a:t>
            </a:r>
            <a:r>
              <a:rPr lang="en-US" dirty="0"/>
              <a:t>) and traditional Convolutional Neural Networks (CNNs) for analyzing chest X-ray images. Also, comparing different CNN models by evaluating the classification metrics.</a:t>
            </a:r>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3</a:t>
            </a:fld>
            <a:endParaRPr lang="en-IN"/>
          </a:p>
        </p:txBody>
      </p:sp>
    </p:spTree>
    <p:extLst>
      <p:ext uri="{BB962C8B-B14F-4D97-AF65-F5344CB8AC3E}">
        <p14:creationId xmlns:p14="http://schemas.microsoft.com/office/powerpoint/2010/main" val="26947384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ImageNet-21k, used in </a:t>
            </a:r>
            <a:r>
              <a:rPr lang="en-US" sz="1800" kern="100" dirty="0" err="1">
                <a:effectLst/>
                <a:latin typeface="Calibri" panose="020F0502020204030204" pitchFamily="34" charset="0"/>
                <a:ea typeface="Calibri" panose="020F0502020204030204" pitchFamily="34" charset="0"/>
                <a:cs typeface="Times New Roman" panose="02020603050405020304" pitchFamily="18" charset="0"/>
              </a:rPr>
              <a:t>ViT</a:t>
            </a:r>
            <a:r>
              <a:rPr lang="en-US" sz="1800" kern="100" dirty="0">
                <a:effectLst/>
                <a:latin typeface="Calibri" panose="020F0502020204030204" pitchFamily="34" charset="0"/>
                <a:ea typeface="Calibri" panose="020F0502020204030204" pitchFamily="34" charset="0"/>
                <a:cs typeface="Times New Roman" panose="02020603050405020304" pitchFamily="18" charset="0"/>
              </a:rPr>
              <a:t> model, contains over 21,000 categories.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VGG16</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uses stacked 3x3 convolutions, increasing depth and allowing the model to learn complex hierarchical features. While effective, VGG16 is memory-intensive and suffers from vanishing gradients.</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ResNet50</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introduces residual connections, which mitigate the vanishing gradient problem, allowing deeper. However, it can still become computationally heavy at scale.</a:t>
            </a:r>
          </a:p>
          <a:p>
            <a:pPr marL="342900" lvl="0" indent="-342900">
              <a:lnSpc>
                <a:spcPct val="107000"/>
              </a:lnSpc>
              <a:spcAft>
                <a:spcPts val="800"/>
              </a:spcAft>
              <a:buSzPts val="1000"/>
              <a:buFont typeface="Symbol" panose="05050102010706020507" pitchFamily="18" charset="2"/>
              <a:buChar char=""/>
              <a:tabLst>
                <a:tab pos="457200" algn="l"/>
              </a:tabLst>
            </a:pP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DenseNet121</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employs dense connections, where each layer receives input from all preceding layers. While more compact,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DenseNet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can experience memory bottlenecks during training.</a:t>
            </a:r>
          </a:p>
          <a:p>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4</a:t>
            </a:fld>
            <a:endParaRPr lang="en-IN"/>
          </a:p>
        </p:txBody>
      </p:sp>
    </p:spTree>
    <p:extLst>
      <p:ext uri="{BB962C8B-B14F-4D97-AF65-F5344CB8AC3E}">
        <p14:creationId xmlns:p14="http://schemas.microsoft.com/office/powerpoint/2010/main" val="3472127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However, despite their effectiveness, these models still struggle with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modeling</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global dependencies in images. This is where </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Vision Transformers (</a:t>
            </a:r>
            <a:r>
              <a:rPr lang="en-IN" sz="1800" b="1"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800" b="1" kern="100" dirty="0">
                <a:effectLst/>
                <a:latin typeface="Calibri" panose="020F0502020204030204" pitchFamily="34" charset="0"/>
                <a:ea typeface="Calibri" panose="020F0502020204030204" pitchFamily="34" charset="0"/>
                <a:cs typeface="Times New Roman" panose="02020603050405020304" pitchFamily="18" charset="0"/>
              </a:rPr>
              <a: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shine. Transformers, originally designed for NLP tasks, use self-attention mechanisms to focus on important image patches. This allows them to capture long-range dependencies more effectively than CNNs.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can adapt to imbalances in data and avoid biases inherent in traditional CNNs.</a:t>
            </a:r>
          </a:p>
          <a:p>
            <a:pPr>
              <a:lnSpc>
                <a:spcPct val="107000"/>
              </a:lnSpc>
              <a:spcAft>
                <a:spcPts val="800"/>
              </a:spcAft>
            </a:pP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In our approach, we use transfer learning with a pre-trained </a:t>
            </a:r>
            <a:r>
              <a:rPr lang="en-IN" sz="1800" kern="100" dirty="0" err="1">
                <a:effectLst/>
                <a:latin typeface="Calibri" panose="020F0502020204030204" pitchFamily="34" charset="0"/>
                <a:ea typeface="Calibri" panose="020F0502020204030204" pitchFamily="34" charset="0"/>
                <a:cs typeface="Times New Roman" panose="02020603050405020304" pitchFamily="18" charset="0"/>
              </a:rPr>
              <a:t>ViT</a:t>
            </a:r>
            <a:r>
              <a:rPr lang="en-IN" sz="1800" kern="100" dirty="0">
                <a:effectLst/>
                <a:latin typeface="Calibri" panose="020F0502020204030204" pitchFamily="34" charset="0"/>
                <a:ea typeface="Calibri" panose="020F0502020204030204" pitchFamily="34" charset="0"/>
                <a:cs typeface="Times New Roman" panose="02020603050405020304" pitchFamily="18" charset="0"/>
              </a:rPr>
              <a:t> model from ImageNet-21k, fine-tuned for pneumonia detection. This accelerates training, particularly when working with limited and imbalanced datasets.</a:t>
            </a:r>
          </a:p>
          <a:p>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5</a:t>
            </a:fld>
            <a:endParaRPr lang="en-IN"/>
          </a:p>
        </p:txBody>
      </p:sp>
    </p:spTree>
    <p:extLst>
      <p:ext uri="{BB962C8B-B14F-4D97-AF65-F5344CB8AC3E}">
        <p14:creationId xmlns:p14="http://schemas.microsoft.com/office/powerpoint/2010/main" val="30547855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Data Augmentation: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Medical datasets are often imbalanced, with pneumonia cases dominating. This can lead to biased model predictions.</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To address this, we can use techniques like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elastic transformations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GANs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for synthetic data generation, and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SMOTE</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for oversampling underrepresented classes.</a:t>
            </a:r>
          </a:p>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Explainability of </a:t>
            </a:r>
            <a:r>
              <a:rPr lang="en-IN" sz="1100" b="1"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are often considered ‘black-box’ models, making them difficult for clinicians to trust.</a:t>
            </a: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We can develop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attention visualization techniques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to highlight which areas of the X-ray the model is focusing on, improving interpretability and clinician confidence.</a:t>
            </a:r>
          </a:p>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Hybrid Models (CNN + </a:t>
            </a:r>
            <a:r>
              <a:rPr lang="en-IN" sz="1100" b="1" kern="100" dirty="0" err="1">
                <a:effectLst/>
                <a:latin typeface="Calibri" panose="020F0502020204030204" pitchFamily="34" charset="0"/>
                <a:ea typeface="Calibri" panose="020F0502020204030204" pitchFamily="34" charset="0"/>
                <a:cs typeface="Times New Roman" panose="02020603050405020304" pitchFamily="18" charset="0"/>
              </a:rPr>
              <a:t>ViT</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CNNs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are excellent for extracting local features, while </a:t>
            </a:r>
            <a:r>
              <a:rPr lang="en-IN" sz="1100" b="1"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capture global context. Combining both models can enhance accuracy by leveraging the strengths of each.</a:t>
            </a:r>
          </a:p>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Real-Time Implementation:</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are computationally intensive. To enable real-time use in low-resource settings, we can optimize them through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pruning</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quantization</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and use efficient models like </a:t>
            </a:r>
            <a:r>
              <a:rPr lang="en-IN" sz="1100" b="1" kern="100" dirty="0" err="1">
                <a:effectLst/>
                <a:latin typeface="Calibri" panose="020F0502020204030204" pitchFamily="34" charset="0"/>
                <a:ea typeface="Calibri" panose="020F0502020204030204" pitchFamily="34" charset="0"/>
                <a:cs typeface="Times New Roman" panose="02020603050405020304" pitchFamily="18" charset="0"/>
              </a:rPr>
              <a:t>MobileViT</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a:t>
            </a:r>
          </a:p>
          <a:p>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6</a:t>
            </a:fld>
            <a:endParaRPr lang="en-IN"/>
          </a:p>
        </p:txBody>
      </p:sp>
    </p:spTree>
    <p:extLst>
      <p:ext uri="{BB962C8B-B14F-4D97-AF65-F5344CB8AC3E}">
        <p14:creationId xmlns:p14="http://schemas.microsoft.com/office/powerpoint/2010/main" val="37096820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Summary of Findings: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b="1"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showed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99.28% training accuracy</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98.15% testing accuracy</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for pneumonia detection, outperforming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CNNs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in key metrics like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precision</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recall</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F1-score</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Real-World Impact:</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can assist radiologists by automating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preliminary screenings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reducing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diagnostic time</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errors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and are scalable for use in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hospitals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clinics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and </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mobile units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a:t>
            </a:r>
          </a:p>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Limitations: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The high computational cost of </a:t>
            </a:r>
            <a:r>
              <a:rPr lang="en-IN" sz="1100" b="1"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 and their lack of clear explanations are challenges, particularly in low-resource settings.</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07000"/>
              </a:lnSpc>
              <a:spcAft>
                <a:spcPts val="800"/>
              </a:spcAft>
              <a:buFont typeface="+mj-lt"/>
              <a:buAutoNum type="arabicPeriod"/>
              <a:tabLst>
                <a:tab pos="457200" algn="l"/>
              </a:tabLst>
            </a:pPr>
            <a:r>
              <a:rPr lang="en-IN" sz="1100" b="1" kern="100" dirty="0">
                <a:effectLst/>
                <a:latin typeface="Calibri" panose="020F0502020204030204" pitchFamily="34" charset="0"/>
                <a:ea typeface="Calibri" panose="020F0502020204030204" pitchFamily="34" charset="0"/>
                <a:cs typeface="Times New Roman" panose="02020603050405020304" pitchFamily="18" charset="0"/>
              </a:rPr>
              <a:t>Vision for the Future:</a:t>
            </a:r>
            <a:endParaRPr lang="en-IN" sz="1100" kern="100" dirty="0">
              <a:effectLst/>
              <a:latin typeface="Calibri" panose="020F0502020204030204" pitchFamily="34" charset="0"/>
              <a:ea typeface="Calibri" panose="020F0502020204030204" pitchFamily="34" charset="0"/>
              <a:cs typeface="Times New Roman" panose="02020603050405020304" pitchFamily="18" charset="0"/>
            </a:endParaRPr>
          </a:p>
          <a:p>
            <a:pPr marL="742950" lvl="1" indent="-285750">
              <a:lnSpc>
                <a:spcPct val="107000"/>
              </a:lnSpc>
              <a:spcAft>
                <a:spcPts val="800"/>
              </a:spcAft>
              <a:buSzPts val="1000"/>
              <a:buFont typeface="Courier New" panose="02070309020205020404" pitchFamily="49" charset="0"/>
              <a:buChar char="o"/>
              <a:tabLst>
                <a:tab pos="914400" algn="l"/>
              </a:tabLst>
            </a:pP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With ongoing advancements, </a:t>
            </a:r>
            <a:r>
              <a:rPr lang="en-IN" sz="1100" kern="100" dirty="0" err="1">
                <a:effectLst/>
                <a:latin typeface="Calibri" panose="020F0502020204030204" pitchFamily="34" charset="0"/>
                <a:ea typeface="Calibri" panose="020F0502020204030204" pitchFamily="34" charset="0"/>
                <a:cs typeface="Times New Roman" panose="02020603050405020304" pitchFamily="18" charset="0"/>
              </a:rPr>
              <a:t>ViTs</a:t>
            </a:r>
            <a:r>
              <a:rPr lang="en-IN" sz="1100" kern="100" dirty="0">
                <a:effectLst/>
                <a:latin typeface="Calibri" panose="020F0502020204030204" pitchFamily="34" charset="0"/>
                <a:ea typeface="Calibri" panose="020F0502020204030204" pitchFamily="34" charset="0"/>
                <a:cs typeface="Times New Roman" panose="02020603050405020304" pitchFamily="18" charset="0"/>
              </a:rPr>
              <a:t> could become integral to clinical workflows, improving diagnostic accuracy and efficiency. This research sets the stage for more innovations, bridging AI and real-world healthcare applications.</a:t>
            </a:r>
          </a:p>
          <a:p>
            <a:r>
              <a:rPr lang="en-IN" dirty="0"/>
              <a:t> </a:t>
            </a:r>
          </a:p>
        </p:txBody>
      </p:sp>
      <p:sp>
        <p:nvSpPr>
          <p:cNvPr id="4" name="Slide Number Placeholder 3"/>
          <p:cNvSpPr>
            <a:spLocks noGrp="1"/>
          </p:cNvSpPr>
          <p:nvPr>
            <p:ph type="sldNum" sz="quarter" idx="5"/>
          </p:nvPr>
        </p:nvSpPr>
        <p:spPr/>
        <p:txBody>
          <a:bodyPr/>
          <a:lstStyle/>
          <a:p>
            <a:fld id="{2484F9E6-BAF8-4E9B-A9F5-D126E2D80F3C}" type="slidenum">
              <a:rPr lang="en-IN" smtClean="0"/>
              <a:t>7</a:t>
            </a:fld>
            <a:endParaRPr lang="en-IN"/>
          </a:p>
        </p:txBody>
      </p:sp>
    </p:spTree>
    <p:extLst>
      <p:ext uri="{BB962C8B-B14F-4D97-AF65-F5344CB8AC3E}">
        <p14:creationId xmlns:p14="http://schemas.microsoft.com/office/powerpoint/2010/main" val="1672712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8</a:t>
            </a:fld>
            <a:endParaRPr lang="en-IN"/>
          </a:p>
        </p:txBody>
      </p:sp>
    </p:spTree>
    <p:extLst>
      <p:ext uri="{BB962C8B-B14F-4D97-AF65-F5344CB8AC3E}">
        <p14:creationId xmlns:p14="http://schemas.microsoft.com/office/powerpoint/2010/main" val="24401982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2484F9E6-BAF8-4E9B-A9F5-D126E2D80F3C}" type="slidenum">
              <a:rPr lang="en-IN" smtClean="0"/>
              <a:t>9</a:t>
            </a:fld>
            <a:endParaRPr lang="en-IN"/>
          </a:p>
        </p:txBody>
      </p:sp>
    </p:spTree>
    <p:extLst>
      <p:ext uri="{BB962C8B-B14F-4D97-AF65-F5344CB8AC3E}">
        <p14:creationId xmlns:p14="http://schemas.microsoft.com/office/powerpoint/2010/main" val="3582226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7495FC-74FA-4612-ACD7-49F1C9E7770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D7DF678-361A-4DBA-8BE2-DC1281F572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4F0065-0EAB-4B51-81F1-BC57A1AA16F8}"/>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5" name="Footer Placeholder 4">
            <a:extLst>
              <a:ext uri="{FF2B5EF4-FFF2-40B4-BE49-F238E27FC236}">
                <a16:creationId xmlns:a16="http://schemas.microsoft.com/office/drawing/2014/main" id="{7DB74784-AE40-4460-A2C6-1F788E73A05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DB3858A-F821-43B7-8FCF-48E79B9FB2ED}"/>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8905358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6F4A8E-4852-4AB1-8A79-9FFE99835EA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ADCF221-2ACB-4DFF-91F6-2ECF42EB2CC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1787978-67D0-454C-8905-E0D4693F8442}"/>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5" name="Footer Placeholder 4">
            <a:extLst>
              <a:ext uri="{FF2B5EF4-FFF2-40B4-BE49-F238E27FC236}">
                <a16:creationId xmlns:a16="http://schemas.microsoft.com/office/drawing/2014/main" id="{CE760849-6399-4C3C-8D90-34556484312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736306C-E863-4A01-AF39-EC8A34A0E06E}"/>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13011007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5F931C-5AA3-4F27-A468-DB0F1E50D69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C328B63A-9F24-44A6-8057-51735695409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A6FEE3-58FF-4D00-A12F-F5373B7975BF}"/>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5" name="Footer Placeholder 4">
            <a:extLst>
              <a:ext uri="{FF2B5EF4-FFF2-40B4-BE49-F238E27FC236}">
                <a16:creationId xmlns:a16="http://schemas.microsoft.com/office/drawing/2014/main" id="{598843B3-8910-4385-89DD-99FDF874462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544864-71BA-4F2E-8255-985349B044B5}"/>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683001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45D3DE-4C13-4B7E-B03C-13F63426CE1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20A5ECD-FB9B-4EC2-AD62-F1B5940B742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B459E40-0487-4A86-A6D3-ABF458C5C0E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2004CEB-E945-497F-9A83-CBC0C8E75D83}"/>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6" name="Footer Placeholder 5">
            <a:extLst>
              <a:ext uri="{FF2B5EF4-FFF2-40B4-BE49-F238E27FC236}">
                <a16:creationId xmlns:a16="http://schemas.microsoft.com/office/drawing/2014/main" id="{D0EB59F3-B742-4E15-BD72-B9717F095D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63C6872-3A62-46D7-8C2E-093E7D5CC707}"/>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15524087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9FB98-4CB4-4729-8ECB-4C1E32B6F90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2793FF-826D-4631-9ACF-08CC213B461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24A0EBB-A1E8-4B4E-AE33-8F116EBC24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28D988D-6484-455D-97C4-0C957834D9F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7989325-A592-40BC-8E94-0C3E823B8C7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5907CC3-2C6E-4E6B-9866-A41481CE4895}"/>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8" name="Footer Placeholder 7">
            <a:extLst>
              <a:ext uri="{FF2B5EF4-FFF2-40B4-BE49-F238E27FC236}">
                <a16:creationId xmlns:a16="http://schemas.microsoft.com/office/drawing/2014/main" id="{633D5703-520C-43EA-86F2-FE118E92CD8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AA34A43-98E6-421E-802D-37E4ECA9D06C}"/>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3796549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1328D-955E-4817-9924-7C6D904A03FD}"/>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0D777C5-1C53-44E9-8360-02FB9A3B62F2}"/>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4" name="Footer Placeholder 3">
            <a:extLst>
              <a:ext uri="{FF2B5EF4-FFF2-40B4-BE49-F238E27FC236}">
                <a16:creationId xmlns:a16="http://schemas.microsoft.com/office/drawing/2014/main" id="{D4B27AC3-F625-4A12-B8CB-9C32ADAC9F0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03D85A1-C249-4937-B9B1-5857CC2F444B}"/>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2019925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7EEB9D-B5AA-4BF8-9788-799BF563AFF9}"/>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3" name="Footer Placeholder 2">
            <a:extLst>
              <a:ext uri="{FF2B5EF4-FFF2-40B4-BE49-F238E27FC236}">
                <a16:creationId xmlns:a16="http://schemas.microsoft.com/office/drawing/2014/main" id="{8C9B7552-3F8A-4C32-A76C-0B7D7C9A6B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AAC7264F-D7A6-4676-BD18-16615B40085F}"/>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36649583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85B59-CCB3-4A19-894C-BBE72071EE4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9E912B8-19BB-4EEB-8374-8F9B2423DB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3DA58A2-D36A-40BB-B0A3-474D5E6F2C4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CCAEE4-4D67-4C15-A141-4DAEA9C949B1}"/>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6" name="Footer Placeholder 5">
            <a:extLst>
              <a:ext uri="{FF2B5EF4-FFF2-40B4-BE49-F238E27FC236}">
                <a16:creationId xmlns:a16="http://schemas.microsoft.com/office/drawing/2014/main" id="{59381712-6AA0-4B69-87F5-691B9C8209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478E55-4664-4401-9C2B-8D8C15C84271}"/>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3161102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7D7396-E53A-45B8-A82D-62261521AE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1494CB-C243-4FE2-AF6C-F0D8971EF96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061BA7-0B81-4DAD-B312-6BA7A0A4B2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5458E52-E7BC-43EA-AA87-FEACEECB980F}"/>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6" name="Footer Placeholder 5">
            <a:extLst>
              <a:ext uri="{FF2B5EF4-FFF2-40B4-BE49-F238E27FC236}">
                <a16:creationId xmlns:a16="http://schemas.microsoft.com/office/drawing/2014/main" id="{B62A1A96-7AC7-457A-8389-2A6B16FD81B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D26A286-AC3B-4A51-982F-A84AAB419A5B}"/>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25343439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43B0F6-8514-4FF9-876A-0DC396BDBBC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B0373AF-23B0-45B3-8838-6283196269F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247DD45-BB6C-4355-B89A-5760967CFA78}"/>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5" name="Footer Placeholder 4">
            <a:extLst>
              <a:ext uri="{FF2B5EF4-FFF2-40B4-BE49-F238E27FC236}">
                <a16:creationId xmlns:a16="http://schemas.microsoft.com/office/drawing/2014/main" id="{A6184454-72A1-4E41-9F62-78EF21A0103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53B0FC-84CB-476D-9501-7594E3863176}"/>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36934705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565FA7-C5A9-430F-B74E-0618C6866E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B7E914-CEE3-401A-8CE7-974D5E1896E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C3A3EB8-7E2E-4C9D-A375-518B50E624EB}"/>
              </a:ext>
            </a:extLst>
          </p:cNvPr>
          <p:cNvSpPr>
            <a:spLocks noGrp="1"/>
          </p:cNvSpPr>
          <p:nvPr>
            <p:ph type="dt" sz="half" idx="10"/>
          </p:nvPr>
        </p:nvSpPr>
        <p:spPr/>
        <p:txBody>
          <a:bodyPr/>
          <a:lstStyle/>
          <a:p>
            <a:fld id="{D8A7B12C-644B-4460-9714-3EC930C9C909}" type="datetimeFigureOut">
              <a:rPr lang="en-IN" smtClean="0"/>
              <a:t>25-11-2024</a:t>
            </a:fld>
            <a:endParaRPr lang="en-IN"/>
          </a:p>
        </p:txBody>
      </p:sp>
      <p:sp>
        <p:nvSpPr>
          <p:cNvPr id="5" name="Footer Placeholder 4">
            <a:extLst>
              <a:ext uri="{FF2B5EF4-FFF2-40B4-BE49-F238E27FC236}">
                <a16:creationId xmlns:a16="http://schemas.microsoft.com/office/drawing/2014/main" id="{42C237F8-CFEB-4BE2-A872-F622843A0BB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551EAE6-6E02-4A92-B56A-0E360F4E8725}"/>
              </a:ext>
            </a:extLst>
          </p:cNvPr>
          <p:cNvSpPr>
            <a:spLocks noGrp="1"/>
          </p:cNvSpPr>
          <p:nvPr>
            <p:ph type="sldNum" sz="quarter" idx="12"/>
          </p:nvPr>
        </p:nvSpPr>
        <p:spPr/>
        <p:txBody>
          <a:bodyPr/>
          <a:lstStyle/>
          <a:p>
            <a:fld id="{140BFE2F-D141-428F-AC06-CE44959777B4}" type="slidenum">
              <a:rPr lang="en-IN" smtClean="0"/>
              <a:t>‹#›</a:t>
            </a:fld>
            <a:endParaRPr lang="en-IN"/>
          </a:p>
        </p:txBody>
      </p:sp>
    </p:spTree>
    <p:extLst>
      <p:ext uri="{BB962C8B-B14F-4D97-AF65-F5344CB8AC3E}">
        <p14:creationId xmlns:p14="http://schemas.microsoft.com/office/powerpoint/2010/main" val="33502806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Rectangle 6">
            <a:extLst>
              <a:ext uri="{FF2B5EF4-FFF2-40B4-BE49-F238E27FC236}">
                <a16:creationId xmlns:a16="http://schemas.microsoft.com/office/drawing/2014/main" id="{467476FC-9345-401A-B213-05C9904D2ABF}"/>
              </a:ext>
            </a:extLst>
          </p:cNvPr>
          <p:cNvSpPr>
            <a:spLocks noGrp="1" noChangeArrowheads="1"/>
          </p:cNvSpPr>
          <p:nvPr>
            <p:ph type="sldNum" sz="quarter" idx="10"/>
          </p:nvPr>
        </p:nvSpPr>
        <p:spPr>
          <a:ln/>
        </p:spPr>
        <p:txBody>
          <a:bodyPr/>
          <a:lstStyle>
            <a:lvl1pPr>
              <a:defRPr/>
            </a:lvl1pPr>
          </a:lstStyle>
          <a:p>
            <a:pPr>
              <a:defRPr/>
            </a:pPr>
            <a:fld id="{A8DB97B3-1E34-4122-B5E5-1B646AB62211}" type="slidenum">
              <a:rPr lang="en-US" altLang="en-US"/>
              <a:pPr>
                <a:defRPr/>
              </a:pPr>
              <a:t>‹#›</a:t>
            </a:fld>
            <a:endParaRPr lang="en-US" altLang="en-US"/>
          </a:p>
        </p:txBody>
      </p:sp>
    </p:spTree>
    <p:extLst>
      <p:ext uri="{BB962C8B-B14F-4D97-AF65-F5344CB8AC3E}">
        <p14:creationId xmlns:p14="http://schemas.microsoft.com/office/powerpoint/2010/main" val="834185494"/>
      </p:ext>
    </p:extLst>
  </p:cSld>
  <p:clrMapOvr>
    <a:masterClrMapping/>
  </p:clrMapOvr>
  <p:transition spd="slow">
    <p:cove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a:xfrm>
            <a:off x="838200" y="1825625"/>
            <a:ext cx="105156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3499BFD8-AA99-4370-96BF-D273A009A4B6}"/>
              </a:ext>
            </a:extLst>
          </p:cNvPr>
          <p:cNvSpPr>
            <a:spLocks noGrp="1" noChangeArrowheads="1"/>
          </p:cNvSpPr>
          <p:nvPr>
            <p:ph type="sldNum" sz="quarter" idx="10"/>
          </p:nvPr>
        </p:nvSpPr>
        <p:spPr>
          <a:ln/>
        </p:spPr>
        <p:txBody>
          <a:bodyPr/>
          <a:lstStyle>
            <a:lvl1pPr>
              <a:defRPr/>
            </a:lvl1pPr>
          </a:lstStyle>
          <a:p>
            <a:pPr>
              <a:defRPr/>
            </a:pPr>
            <a:fld id="{20531288-2EDE-46F3-90C4-986731F85F58}" type="slidenum">
              <a:rPr lang="en-US" altLang="en-US"/>
              <a:pPr>
                <a:defRPr/>
              </a:pPr>
              <a:t>‹#›</a:t>
            </a:fld>
            <a:endParaRPr lang="en-US" altLang="en-US"/>
          </a:p>
        </p:txBody>
      </p:sp>
    </p:spTree>
    <p:extLst>
      <p:ext uri="{BB962C8B-B14F-4D97-AF65-F5344CB8AC3E}">
        <p14:creationId xmlns:p14="http://schemas.microsoft.com/office/powerpoint/2010/main" val="1025408843"/>
      </p:ext>
    </p:extLst>
  </p:cSld>
  <p:clrMapOvr>
    <a:masterClrMapping/>
  </p:clrMapOvr>
  <p:transition spd="slow">
    <p:cove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9"/>
            <a:ext cx="10515600" cy="2852737"/>
          </a:xfrm>
          <a:prstGeom prst="rect">
            <a:avLst/>
          </a:prstGeo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1" y="4589464"/>
            <a:ext cx="1051560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Edit Master text styles</a:t>
            </a:r>
          </a:p>
        </p:txBody>
      </p:sp>
      <p:sp>
        <p:nvSpPr>
          <p:cNvPr id="4" name="Rectangle 6">
            <a:extLst>
              <a:ext uri="{FF2B5EF4-FFF2-40B4-BE49-F238E27FC236}">
                <a16:creationId xmlns:a16="http://schemas.microsoft.com/office/drawing/2014/main" id="{2D7DB9B8-85E4-44D5-82EF-510359E03147}"/>
              </a:ext>
            </a:extLst>
          </p:cNvPr>
          <p:cNvSpPr>
            <a:spLocks noGrp="1" noChangeArrowheads="1"/>
          </p:cNvSpPr>
          <p:nvPr>
            <p:ph type="sldNum" sz="quarter" idx="10"/>
          </p:nvPr>
        </p:nvSpPr>
        <p:spPr>
          <a:ln/>
        </p:spPr>
        <p:txBody>
          <a:bodyPr/>
          <a:lstStyle>
            <a:lvl1pPr>
              <a:defRPr/>
            </a:lvl1pPr>
          </a:lstStyle>
          <a:p>
            <a:pPr>
              <a:defRPr/>
            </a:pPr>
            <a:fld id="{1376A488-E8F8-4FC6-A8DC-F324F84852B5}" type="slidenum">
              <a:rPr lang="en-US" altLang="en-US"/>
              <a:pPr>
                <a:defRPr/>
              </a:pPr>
              <a:t>‹#›</a:t>
            </a:fld>
            <a:endParaRPr lang="en-US" altLang="en-US"/>
          </a:p>
        </p:txBody>
      </p:sp>
    </p:spTree>
    <p:extLst>
      <p:ext uri="{BB962C8B-B14F-4D97-AF65-F5344CB8AC3E}">
        <p14:creationId xmlns:p14="http://schemas.microsoft.com/office/powerpoint/2010/main" val="422146912"/>
      </p:ext>
    </p:extLst>
  </p:cSld>
  <p:clrMapOvr>
    <a:masterClrMapping/>
  </p:clrMapOvr>
  <p:transition spd="slow">
    <p:cove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5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825625"/>
            <a:ext cx="5156200" cy="435133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Rectangle 6">
            <a:extLst>
              <a:ext uri="{FF2B5EF4-FFF2-40B4-BE49-F238E27FC236}">
                <a16:creationId xmlns:a16="http://schemas.microsoft.com/office/drawing/2014/main" id="{112098D3-64AA-4D66-86F3-F5840C589E23}"/>
              </a:ext>
            </a:extLst>
          </p:cNvPr>
          <p:cNvSpPr>
            <a:spLocks noGrp="1" noChangeArrowheads="1"/>
          </p:cNvSpPr>
          <p:nvPr>
            <p:ph type="sldNum" sz="quarter" idx="10"/>
          </p:nvPr>
        </p:nvSpPr>
        <p:spPr>
          <a:ln/>
        </p:spPr>
        <p:txBody>
          <a:bodyPr/>
          <a:lstStyle>
            <a:lvl1pPr>
              <a:defRPr/>
            </a:lvl1pPr>
          </a:lstStyle>
          <a:p>
            <a:pPr>
              <a:defRPr/>
            </a:pPr>
            <a:fld id="{986CA2C6-9170-48C8-A402-854BE668C3D3}" type="slidenum">
              <a:rPr lang="en-US" altLang="en-US"/>
              <a:pPr>
                <a:defRPr/>
              </a:pPr>
              <a:t>‹#›</a:t>
            </a:fld>
            <a:endParaRPr lang="en-US" altLang="en-US"/>
          </a:p>
        </p:txBody>
      </p:sp>
    </p:spTree>
    <p:extLst>
      <p:ext uri="{BB962C8B-B14F-4D97-AF65-F5344CB8AC3E}">
        <p14:creationId xmlns:p14="http://schemas.microsoft.com/office/powerpoint/2010/main" val="2287158106"/>
      </p:ext>
    </p:extLst>
  </p:cSld>
  <p:clrMapOvr>
    <a:masterClrMapping/>
  </p:clrMapOvr>
  <p:transition spd="slow">
    <p:cove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6"/>
            <a:ext cx="10515600" cy="1325563"/>
          </a:xfrm>
          <a:prstGeom prst="rect">
            <a:avLst/>
          </a:prstGeom>
        </p:spPr>
        <p:txBody>
          <a:bodyPr/>
          <a:lstStyle/>
          <a:p>
            <a:r>
              <a:rPr lang="en-US"/>
              <a:t>Click to edit Master title style</a:t>
            </a:r>
            <a:endParaRPr lang="en-IN"/>
          </a:p>
        </p:txBody>
      </p:sp>
      <p:sp>
        <p:nvSpPr>
          <p:cNvPr id="3" name="Text Placeholder 2"/>
          <p:cNvSpPr>
            <a:spLocks noGrp="1"/>
          </p:cNvSpPr>
          <p:nvPr>
            <p:ph type="body" idx="1"/>
          </p:nvPr>
        </p:nvSpPr>
        <p:spPr>
          <a:xfrm>
            <a:off x="840318" y="1681163"/>
            <a:ext cx="5158316"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40318" y="2505075"/>
            <a:ext cx="5158316"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71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717" cy="3684588"/>
          </a:xfrm>
          <a:prstGeom prst="rect">
            <a:avLst/>
          </a:prstGeo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Rectangle 6">
            <a:extLst>
              <a:ext uri="{FF2B5EF4-FFF2-40B4-BE49-F238E27FC236}">
                <a16:creationId xmlns:a16="http://schemas.microsoft.com/office/drawing/2014/main" id="{243D31B0-705D-4BCB-A18A-CE67F70FFFD2}"/>
              </a:ext>
            </a:extLst>
          </p:cNvPr>
          <p:cNvSpPr>
            <a:spLocks noGrp="1" noChangeArrowheads="1"/>
          </p:cNvSpPr>
          <p:nvPr>
            <p:ph type="sldNum" sz="quarter" idx="10"/>
          </p:nvPr>
        </p:nvSpPr>
        <p:spPr>
          <a:ln/>
        </p:spPr>
        <p:txBody>
          <a:bodyPr/>
          <a:lstStyle>
            <a:lvl1pPr>
              <a:defRPr/>
            </a:lvl1pPr>
          </a:lstStyle>
          <a:p>
            <a:pPr>
              <a:defRPr/>
            </a:pPr>
            <a:fld id="{6C6B01F7-C5F5-447A-B3C6-DD8504A39F89}" type="slidenum">
              <a:rPr lang="en-US" altLang="en-US"/>
              <a:pPr>
                <a:defRPr/>
              </a:pPr>
              <a:t>‹#›</a:t>
            </a:fld>
            <a:endParaRPr lang="en-US" altLang="en-US"/>
          </a:p>
        </p:txBody>
      </p:sp>
    </p:spTree>
    <p:extLst>
      <p:ext uri="{BB962C8B-B14F-4D97-AF65-F5344CB8AC3E}">
        <p14:creationId xmlns:p14="http://schemas.microsoft.com/office/powerpoint/2010/main" val="974096172"/>
      </p:ext>
    </p:extLst>
  </p:cSld>
  <p:clrMapOvr>
    <a:masterClrMapping/>
  </p:clrMapOvr>
  <p:transition spd="slow">
    <p:cove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Rectangle 6">
            <a:extLst>
              <a:ext uri="{FF2B5EF4-FFF2-40B4-BE49-F238E27FC236}">
                <a16:creationId xmlns:a16="http://schemas.microsoft.com/office/drawing/2014/main" id="{F762C3CC-02B1-4D70-9C3D-811C2A7C3BDD}"/>
              </a:ext>
            </a:extLst>
          </p:cNvPr>
          <p:cNvSpPr>
            <a:spLocks noGrp="1" noChangeArrowheads="1"/>
          </p:cNvSpPr>
          <p:nvPr>
            <p:ph type="sldNum" sz="quarter" idx="10"/>
          </p:nvPr>
        </p:nvSpPr>
        <p:spPr>
          <a:ln/>
        </p:spPr>
        <p:txBody>
          <a:bodyPr/>
          <a:lstStyle>
            <a:lvl1pPr>
              <a:defRPr/>
            </a:lvl1pPr>
          </a:lstStyle>
          <a:p>
            <a:pPr>
              <a:defRPr/>
            </a:pPr>
            <a:fld id="{24A224D4-C25C-4C64-9C18-6E1CC728C99E}" type="slidenum">
              <a:rPr lang="en-US" altLang="en-US"/>
              <a:pPr>
                <a:defRPr/>
              </a:pPr>
              <a:t>‹#›</a:t>
            </a:fld>
            <a:endParaRPr lang="en-US" altLang="en-US"/>
          </a:p>
        </p:txBody>
      </p:sp>
    </p:spTree>
    <p:extLst>
      <p:ext uri="{BB962C8B-B14F-4D97-AF65-F5344CB8AC3E}">
        <p14:creationId xmlns:p14="http://schemas.microsoft.com/office/powerpoint/2010/main" val="1904857468"/>
      </p:ext>
    </p:extLst>
  </p:cSld>
  <p:clrMapOvr>
    <a:masterClrMapping/>
  </p:clrMapOvr>
  <p:transition spd="slow">
    <p:cove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F497AC8-7604-431A-ABB0-4E274A71C357}"/>
              </a:ext>
            </a:extLst>
          </p:cNvPr>
          <p:cNvSpPr>
            <a:spLocks noGrp="1" noChangeArrowheads="1"/>
          </p:cNvSpPr>
          <p:nvPr>
            <p:ph type="sldNum" sz="quarter" idx="10"/>
          </p:nvPr>
        </p:nvSpPr>
        <p:spPr>
          <a:ln/>
        </p:spPr>
        <p:txBody>
          <a:bodyPr/>
          <a:lstStyle>
            <a:lvl1pPr>
              <a:defRPr/>
            </a:lvl1pPr>
          </a:lstStyle>
          <a:p>
            <a:pPr>
              <a:defRPr/>
            </a:pPr>
            <a:fld id="{2188EDA1-10F3-40DE-9764-7BA5E0FBEF0B}" type="slidenum">
              <a:rPr lang="en-US" altLang="en-US"/>
              <a:pPr>
                <a:defRPr/>
              </a:pPr>
              <a:t>‹#›</a:t>
            </a:fld>
            <a:endParaRPr lang="en-US" altLang="en-US"/>
          </a:p>
        </p:txBody>
      </p:sp>
    </p:spTree>
    <p:extLst>
      <p:ext uri="{BB962C8B-B14F-4D97-AF65-F5344CB8AC3E}">
        <p14:creationId xmlns:p14="http://schemas.microsoft.com/office/powerpoint/2010/main" val="532140013"/>
      </p:ext>
    </p:extLst>
  </p:cSld>
  <p:clrMapOvr>
    <a:masterClrMapping/>
  </p:clrMapOvr>
  <p:transition spd="slow">
    <p:cove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717" y="987426"/>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6">
            <a:extLst>
              <a:ext uri="{FF2B5EF4-FFF2-40B4-BE49-F238E27FC236}">
                <a16:creationId xmlns:a16="http://schemas.microsoft.com/office/drawing/2014/main" id="{F649DBE6-497B-456B-A1E4-2C070BA86D0C}"/>
              </a:ext>
            </a:extLst>
          </p:cNvPr>
          <p:cNvSpPr>
            <a:spLocks noGrp="1" noChangeArrowheads="1"/>
          </p:cNvSpPr>
          <p:nvPr>
            <p:ph type="sldNum" sz="quarter" idx="10"/>
          </p:nvPr>
        </p:nvSpPr>
        <p:spPr>
          <a:ln/>
        </p:spPr>
        <p:txBody>
          <a:bodyPr/>
          <a:lstStyle>
            <a:lvl1pPr>
              <a:defRPr/>
            </a:lvl1pPr>
          </a:lstStyle>
          <a:p>
            <a:pPr>
              <a:defRPr/>
            </a:pPr>
            <a:fld id="{C7FF8554-567C-4847-8918-0D812CC1BB92}" type="slidenum">
              <a:rPr lang="en-US" altLang="en-US"/>
              <a:pPr>
                <a:defRPr/>
              </a:pPr>
              <a:t>‹#›</a:t>
            </a:fld>
            <a:endParaRPr lang="en-US" altLang="en-US"/>
          </a:p>
        </p:txBody>
      </p:sp>
    </p:spTree>
    <p:extLst>
      <p:ext uri="{BB962C8B-B14F-4D97-AF65-F5344CB8AC3E}">
        <p14:creationId xmlns:p14="http://schemas.microsoft.com/office/powerpoint/2010/main" val="1646387985"/>
      </p:ext>
    </p:extLst>
  </p:cSld>
  <p:clrMapOvr>
    <a:masterClrMapping/>
  </p:clrMapOvr>
  <p:transition spd="slow">
    <p:cove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8" y="457200"/>
            <a:ext cx="3932767" cy="1600200"/>
          </a:xfrm>
          <a:prstGeom prst="rect">
            <a:avLst/>
          </a:prstGeo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717" y="987426"/>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40318" y="2057400"/>
            <a:ext cx="393276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Rectangle 6">
            <a:extLst>
              <a:ext uri="{FF2B5EF4-FFF2-40B4-BE49-F238E27FC236}">
                <a16:creationId xmlns:a16="http://schemas.microsoft.com/office/drawing/2014/main" id="{4176E127-838F-4652-AF22-CA4114E48177}"/>
              </a:ext>
            </a:extLst>
          </p:cNvPr>
          <p:cNvSpPr>
            <a:spLocks noGrp="1" noChangeArrowheads="1"/>
          </p:cNvSpPr>
          <p:nvPr>
            <p:ph type="sldNum" sz="quarter" idx="10"/>
          </p:nvPr>
        </p:nvSpPr>
        <p:spPr>
          <a:ln/>
        </p:spPr>
        <p:txBody>
          <a:bodyPr/>
          <a:lstStyle>
            <a:lvl1pPr>
              <a:defRPr/>
            </a:lvl1pPr>
          </a:lstStyle>
          <a:p>
            <a:pPr>
              <a:defRPr/>
            </a:pPr>
            <a:fld id="{9B44C7AD-2227-4682-92A2-DFE77BF2DEF0}" type="slidenum">
              <a:rPr lang="en-US" altLang="en-US"/>
              <a:pPr>
                <a:defRPr/>
              </a:pPr>
              <a:t>‹#›</a:t>
            </a:fld>
            <a:endParaRPr lang="en-US" altLang="en-US"/>
          </a:p>
        </p:txBody>
      </p:sp>
    </p:spTree>
    <p:extLst>
      <p:ext uri="{BB962C8B-B14F-4D97-AF65-F5344CB8AC3E}">
        <p14:creationId xmlns:p14="http://schemas.microsoft.com/office/powerpoint/2010/main" val="322738712"/>
      </p:ext>
    </p:extLst>
  </p:cSld>
  <p:clrMapOvr>
    <a:masterClrMapping/>
  </p:clrMapOvr>
  <p:transition spd="slow">
    <p:cove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1325563"/>
          </a:xfrm>
          <a:prstGeom prst="rect">
            <a:avLst/>
          </a:prstGeom>
        </p:spPr>
        <p:txBody>
          <a:bodyPr/>
          <a:lstStyle/>
          <a:p>
            <a:r>
              <a:rPr lang="en-US"/>
              <a:t>Click to edit Master title style</a:t>
            </a:r>
            <a:endParaRPr lang="en-IN"/>
          </a:p>
        </p:txBody>
      </p:sp>
      <p:sp>
        <p:nvSpPr>
          <p:cNvPr id="3" name="Vertical Text Placeholder 2"/>
          <p:cNvSpPr>
            <a:spLocks noGrp="1"/>
          </p:cNvSpPr>
          <p:nvPr>
            <p:ph type="body" orient="vert" idx="1"/>
          </p:nvPr>
        </p:nvSpPr>
        <p:spPr>
          <a:xfrm>
            <a:off x="838200" y="1825625"/>
            <a:ext cx="10515600" cy="43513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6147D6FE-4FDB-414A-B3E5-EE7A03B6F2C9}"/>
              </a:ext>
            </a:extLst>
          </p:cNvPr>
          <p:cNvSpPr>
            <a:spLocks noGrp="1" noChangeArrowheads="1"/>
          </p:cNvSpPr>
          <p:nvPr>
            <p:ph type="sldNum" sz="quarter" idx="10"/>
          </p:nvPr>
        </p:nvSpPr>
        <p:spPr>
          <a:ln/>
        </p:spPr>
        <p:txBody>
          <a:bodyPr/>
          <a:lstStyle>
            <a:lvl1pPr>
              <a:defRPr/>
            </a:lvl1pPr>
          </a:lstStyle>
          <a:p>
            <a:pPr>
              <a:defRPr/>
            </a:pPr>
            <a:fld id="{6C6857B0-AC0F-45BC-9802-2CF79FC10E39}" type="slidenum">
              <a:rPr lang="en-US" altLang="en-US"/>
              <a:pPr>
                <a:defRPr/>
              </a:pPr>
              <a:t>‹#›</a:t>
            </a:fld>
            <a:endParaRPr lang="en-US" altLang="en-US"/>
          </a:p>
        </p:txBody>
      </p:sp>
    </p:spTree>
    <p:extLst>
      <p:ext uri="{BB962C8B-B14F-4D97-AF65-F5344CB8AC3E}">
        <p14:creationId xmlns:p14="http://schemas.microsoft.com/office/powerpoint/2010/main" val="718930477"/>
      </p:ext>
    </p:extLst>
  </p:cSld>
  <p:clrMapOvr>
    <a:masterClrMapping/>
  </p:clrMapOvr>
  <p:transition spd="slow">
    <p:cove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a:prstGeom prst="rect">
            <a:avLst/>
          </a:prstGeo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1" y="365125"/>
            <a:ext cx="7683500" cy="5811838"/>
          </a:xfrm>
          <a:prstGeom prst="rect">
            <a:avLst/>
          </a:prstGeo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Rectangle 6">
            <a:extLst>
              <a:ext uri="{FF2B5EF4-FFF2-40B4-BE49-F238E27FC236}">
                <a16:creationId xmlns:a16="http://schemas.microsoft.com/office/drawing/2014/main" id="{89200968-E926-463B-969B-660C54024588}"/>
              </a:ext>
            </a:extLst>
          </p:cNvPr>
          <p:cNvSpPr>
            <a:spLocks noGrp="1" noChangeArrowheads="1"/>
          </p:cNvSpPr>
          <p:nvPr>
            <p:ph type="sldNum" sz="quarter" idx="10"/>
          </p:nvPr>
        </p:nvSpPr>
        <p:spPr>
          <a:ln/>
        </p:spPr>
        <p:txBody>
          <a:bodyPr/>
          <a:lstStyle>
            <a:lvl1pPr>
              <a:defRPr/>
            </a:lvl1pPr>
          </a:lstStyle>
          <a:p>
            <a:pPr>
              <a:defRPr/>
            </a:pPr>
            <a:fld id="{634F8049-0A6C-45F0-B92F-FD383E292CB8}" type="slidenum">
              <a:rPr lang="en-US" altLang="en-US"/>
              <a:pPr>
                <a:defRPr/>
              </a:pPr>
              <a:t>‹#›</a:t>
            </a:fld>
            <a:endParaRPr lang="en-US" altLang="en-US"/>
          </a:p>
        </p:txBody>
      </p:sp>
    </p:spTree>
    <p:extLst>
      <p:ext uri="{BB962C8B-B14F-4D97-AF65-F5344CB8AC3E}">
        <p14:creationId xmlns:p14="http://schemas.microsoft.com/office/powerpoint/2010/main" val="4156368731"/>
      </p:ext>
    </p:extLst>
  </p:cSld>
  <p:clrMapOvr>
    <a:masterClrMapping/>
  </p:clrMapOvr>
  <p:transition spd="slow">
    <p:cove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4FFAD4F-6A5F-4D58-B5AA-FDC55B2922E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0CC11E5-F570-4F6A-95C4-C9BFC2D4E93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208C775-13C4-4CEA-8F8E-326D9CC56B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8A7B12C-644B-4460-9714-3EC930C9C909}" type="datetimeFigureOut">
              <a:rPr lang="en-IN" smtClean="0"/>
              <a:t>25-11-2024</a:t>
            </a:fld>
            <a:endParaRPr lang="en-IN"/>
          </a:p>
        </p:txBody>
      </p:sp>
      <p:sp>
        <p:nvSpPr>
          <p:cNvPr id="5" name="Footer Placeholder 4">
            <a:extLst>
              <a:ext uri="{FF2B5EF4-FFF2-40B4-BE49-F238E27FC236}">
                <a16:creationId xmlns:a16="http://schemas.microsoft.com/office/drawing/2014/main" id="{6B36EEEF-BD48-4252-B7D9-0755ED12CDD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CCA7D6A9-6680-45AF-A20C-8B32B9C9A7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40BFE2F-D141-428F-AC06-CE44959777B4}" type="slidenum">
              <a:rPr lang="en-IN" smtClean="0"/>
              <a:t>‹#›</a:t>
            </a:fld>
            <a:endParaRPr lang="en-IN"/>
          </a:p>
        </p:txBody>
      </p:sp>
    </p:spTree>
    <p:extLst>
      <p:ext uri="{BB962C8B-B14F-4D97-AF65-F5344CB8AC3E}">
        <p14:creationId xmlns:p14="http://schemas.microsoft.com/office/powerpoint/2010/main" val="35555053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7" descr="8">
            <a:extLst>
              <a:ext uri="{FF2B5EF4-FFF2-40B4-BE49-F238E27FC236}">
                <a16:creationId xmlns:a16="http://schemas.microsoft.com/office/drawing/2014/main" id="{43163080-2327-4666-8659-80617B103ECD}"/>
              </a:ext>
            </a:extLst>
          </p:cNvPr>
          <p:cNvPicPr>
            <a:picLocks noChangeAspect="1" noChangeArrowheads="1"/>
          </p:cNvPicPr>
          <p:nvPr userDrawn="1"/>
        </p:nvPicPr>
        <p:blipFill>
          <a:blip r:embed="rId13">
            <a:extLst>
              <a:ext uri="{28A0092B-C50C-407E-A947-70E740481C1C}">
                <a14:useLocalDpi xmlns:a14="http://schemas.microsoft.com/office/drawing/2010/main" val="0"/>
              </a:ext>
            </a:extLst>
          </a:blip>
          <a:srcRect b="83365"/>
          <a:stretch>
            <a:fillRect/>
          </a:stretch>
        </p:blipFill>
        <p:spPr bwMode="auto">
          <a:xfrm>
            <a:off x="4234" y="3176"/>
            <a:ext cx="12183533" cy="113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0" name="Rectangle 6">
            <a:extLst>
              <a:ext uri="{FF2B5EF4-FFF2-40B4-BE49-F238E27FC236}">
                <a16:creationId xmlns:a16="http://schemas.microsoft.com/office/drawing/2014/main" id="{256D5E1D-74E4-42CB-A6C8-0645F14E1BE5}"/>
              </a:ext>
            </a:extLst>
          </p:cNvPr>
          <p:cNvSpPr>
            <a:spLocks noGrp="1" noChangeArrowheads="1"/>
          </p:cNvSpPr>
          <p:nvPr>
            <p:ph type="sldNum" sz="quarter" idx="4"/>
          </p:nvPr>
        </p:nvSpPr>
        <p:spPr bwMode="auto">
          <a:xfrm>
            <a:off x="9065684" y="6400800"/>
            <a:ext cx="28448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100"/>
            </a:lvl1pPr>
          </a:lstStyle>
          <a:p>
            <a:pPr>
              <a:defRPr/>
            </a:pPr>
            <a:fld id="{F7BFA771-5A4F-44B0-AA91-5E394A0F0508}" type="slidenum">
              <a:rPr lang="en-US" altLang="en-US"/>
              <a:pPr>
                <a:defRPr/>
              </a:pPr>
              <a:t>‹#›</a:t>
            </a:fld>
            <a:endParaRPr lang="en-US" altLang="en-US"/>
          </a:p>
        </p:txBody>
      </p:sp>
      <p:sp>
        <p:nvSpPr>
          <p:cNvPr id="1028" name="Rectangle 8">
            <a:extLst>
              <a:ext uri="{FF2B5EF4-FFF2-40B4-BE49-F238E27FC236}">
                <a16:creationId xmlns:a16="http://schemas.microsoft.com/office/drawing/2014/main" id="{C4C9188D-2F6B-4E3A-9025-7C321979D7F1}"/>
              </a:ext>
            </a:extLst>
          </p:cNvPr>
          <p:cNvSpPr>
            <a:spLocks noChangeArrowheads="1"/>
          </p:cNvSpPr>
          <p:nvPr/>
        </p:nvSpPr>
        <p:spPr bwMode="auto">
          <a:xfrm>
            <a:off x="8229600" y="609600"/>
            <a:ext cx="3556000" cy="304800"/>
          </a:xfrm>
          <a:prstGeom prst="rect">
            <a:avLst/>
          </a:prstGeom>
          <a:noFill/>
          <a:ln>
            <a:noFill/>
          </a:ln>
          <a:effec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eaLnBrk="1" hangingPunct="1">
              <a:defRPr/>
            </a:pPr>
            <a:r>
              <a:rPr lang="en-US" altLang="en-US" sz="1600" b="1">
                <a:solidFill>
                  <a:schemeClr val="accent2"/>
                </a:solidFill>
              </a:rPr>
              <a:t>ASET</a:t>
            </a:r>
          </a:p>
        </p:txBody>
      </p:sp>
      <p:sp>
        <p:nvSpPr>
          <p:cNvPr id="1029" name="Rectangle 10">
            <a:extLst>
              <a:ext uri="{FF2B5EF4-FFF2-40B4-BE49-F238E27FC236}">
                <a16:creationId xmlns:a16="http://schemas.microsoft.com/office/drawing/2014/main" id="{CAD0E0D2-6B2D-4E55-AE65-1DA0D39F2FFB}"/>
              </a:ext>
            </a:extLst>
          </p:cNvPr>
          <p:cNvSpPr>
            <a:spLocks noChangeArrowheads="1"/>
          </p:cNvSpPr>
          <p:nvPr userDrawn="1"/>
        </p:nvSpPr>
        <p:spPr bwMode="auto">
          <a:xfrm>
            <a:off x="3251200" y="6705600"/>
            <a:ext cx="8940800" cy="152400"/>
          </a:xfrm>
          <a:prstGeom prst="rect">
            <a:avLst/>
          </a:prstGeom>
          <a:solidFill>
            <a:srgbClr val="F1B43B"/>
          </a:solidFill>
          <a:ln>
            <a:noFill/>
          </a:ln>
          <a:effectLst/>
        </p:spPr>
        <p:txBody>
          <a:bodyPr wrap="none" anchor="ct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defRPr/>
            </a:pPr>
            <a:endParaRPr lang="en-IN" altLang="en-US" sz="1800"/>
          </a:p>
        </p:txBody>
      </p:sp>
    </p:spTree>
    <p:extLst>
      <p:ext uri="{BB962C8B-B14F-4D97-AF65-F5344CB8AC3E}">
        <p14:creationId xmlns:p14="http://schemas.microsoft.com/office/powerpoint/2010/main" val="344361261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slow">
    <p:cover/>
  </p:transition>
  <p:hf hdr="0" dt="0"/>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0E91F5CA-B392-444C-88E3-BF5BAAEBDE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DFCA2118-59A2-4310-A4B2-F2CBA821E8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940492"/>
            <a:ext cx="12192000" cy="1924333"/>
          </a:xfrm>
          <a:custGeom>
            <a:avLst/>
            <a:gdLst>
              <a:gd name="connsiteX0" fmla="*/ 6189199 w 12192000"/>
              <a:gd name="connsiteY0" fmla="*/ 588 h 1924333"/>
              <a:gd name="connsiteX1" fmla="*/ 6207079 w 12192000"/>
              <a:gd name="connsiteY1" fmla="*/ 2850 h 1924333"/>
              <a:gd name="connsiteX2" fmla="*/ 6285610 w 12192000"/>
              <a:gd name="connsiteY2" fmla="*/ 18131 h 1924333"/>
              <a:gd name="connsiteX3" fmla="*/ 6378008 w 12192000"/>
              <a:gd name="connsiteY3" fmla="*/ 24625 h 1924333"/>
              <a:gd name="connsiteX4" fmla="*/ 6466340 w 12192000"/>
              <a:gd name="connsiteY4" fmla="*/ 21366 h 1924333"/>
              <a:gd name="connsiteX5" fmla="*/ 6553334 w 12192000"/>
              <a:gd name="connsiteY5" fmla="*/ 35307 h 1924333"/>
              <a:gd name="connsiteX6" fmla="*/ 6626068 w 12192000"/>
              <a:gd name="connsiteY6" fmla="*/ 58045 h 1924333"/>
              <a:gd name="connsiteX7" fmla="*/ 6692303 w 12192000"/>
              <a:gd name="connsiteY7" fmla="*/ 91487 h 1924333"/>
              <a:gd name="connsiteX8" fmla="*/ 6733670 w 12192000"/>
              <a:gd name="connsiteY8" fmla="*/ 118130 h 1924333"/>
              <a:gd name="connsiteX9" fmla="*/ 6798016 w 12192000"/>
              <a:gd name="connsiteY9" fmla="*/ 112271 h 1924333"/>
              <a:gd name="connsiteX10" fmla="*/ 6801081 w 12192000"/>
              <a:gd name="connsiteY10" fmla="*/ 114963 h 1924333"/>
              <a:gd name="connsiteX11" fmla="*/ 6819351 w 12192000"/>
              <a:gd name="connsiteY11" fmla="*/ 128825 h 1924333"/>
              <a:gd name="connsiteX12" fmla="*/ 6852732 w 12192000"/>
              <a:gd name="connsiteY12" fmla="*/ 123321 h 1924333"/>
              <a:gd name="connsiteX13" fmla="*/ 6865247 w 12192000"/>
              <a:gd name="connsiteY13" fmla="*/ 128836 h 1924333"/>
              <a:gd name="connsiteX14" fmla="*/ 6905517 w 12192000"/>
              <a:gd name="connsiteY14" fmla="*/ 129265 h 1924333"/>
              <a:gd name="connsiteX15" fmla="*/ 6950286 w 12192000"/>
              <a:gd name="connsiteY15" fmla="*/ 150104 h 1924333"/>
              <a:gd name="connsiteX16" fmla="*/ 7003442 w 12192000"/>
              <a:gd name="connsiteY16" fmla="*/ 136136 h 1924333"/>
              <a:gd name="connsiteX17" fmla="*/ 7160047 w 12192000"/>
              <a:gd name="connsiteY17" fmla="*/ 166721 h 1924333"/>
              <a:gd name="connsiteX18" fmla="*/ 7325604 w 12192000"/>
              <a:gd name="connsiteY18" fmla="*/ 215867 h 1924333"/>
              <a:gd name="connsiteX19" fmla="*/ 7540522 w 12192000"/>
              <a:gd name="connsiteY19" fmla="*/ 239374 h 1924333"/>
              <a:gd name="connsiteX20" fmla="*/ 7612071 w 12192000"/>
              <a:gd name="connsiteY20" fmla="*/ 229553 h 1924333"/>
              <a:gd name="connsiteX21" fmla="*/ 7651995 w 12192000"/>
              <a:gd name="connsiteY21" fmla="*/ 244567 h 1924333"/>
              <a:gd name="connsiteX22" fmla="*/ 7725761 w 12192000"/>
              <a:gd name="connsiteY22" fmla="*/ 258638 h 1924333"/>
              <a:gd name="connsiteX23" fmla="*/ 7823038 w 12192000"/>
              <a:gd name="connsiteY23" fmla="*/ 287078 h 1924333"/>
              <a:gd name="connsiteX24" fmla="*/ 7866405 w 12192000"/>
              <a:gd name="connsiteY24" fmla="*/ 287288 h 1924333"/>
              <a:gd name="connsiteX25" fmla="*/ 7875021 w 12192000"/>
              <a:gd name="connsiteY25" fmla="*/ 288224 h 1924333"/>
              <a:gd name="connsiteX26" fmla="*/ 7875146 w 12192000"/>
              <a:gd name="connsiteY26" fmla="*/ 288614 h 1924333"/>
              <a:gd name="connsiteX27" fmla="*/ 7907443 w 12192000"/>
              <a:gd name="connsiteY27" fmla="*/ 291752 h 1924333"/>
              <a:gd name="connsiteX28" fmla="*/ 7912892 w 12192000"/>
              <a:gd name="connsiteY28" fmla="*/ 294833 h 1924333"/>
              <a:gd name="connsiteX29" fmla="*/ 7946345 w 12192000"/>
              <a:gd name="connsiteY29" fmla="*/ 319359 h 1924333"/>
              <a:gd name="connsiteX30" fmla="*/ 8021238 w 12192000"/>
              <a:gd name="connsiteY30" fmla="*/ 315159 h 1924333"/>
              <a:gd name="connsiteX31" fmla="*/ 8094697 w 12192000"/>
              <a:gd name="connsiteY31" fmla="*/ 351819 h 1924333"/>
              <a:gd name="connsiteX32" fmla="*/ 8155208 w 12192000"/>
              <a:gd name="connsiteY32" fmla="*/ 371168 h 1924333"/>
              <a:gd name="connsiteX33" fmla="*/ 8248472 w 12192000"/>
              <a:gd name="connsiteY33" fmla="*/ 400489 h 1924333"/>
              <a:gd name="connsiteX34" fmla="*/ 8300068 w 12192000"/>
              <a:gd name="connsiteY34" fmla="*/ 405531 h 1924333"/>
              <a:gd name="connsiteX35" fmla="*/ 8356293 w 12192000"/>
              <a:gd name="connsiteY35" fmla="*/ 403328 h 1924333"/>
              <a:gd name="connsiteX36" fmla="*/ 8475838 w 12192000"/>
              <a:gd name="connsiteY36" fmla="*/ 435524 h 1924333"/>
              <a:gd name="connsiteX37" fmla="*/ 8575216 w 12192000"/>
              <a:gd name="connsiteY37" fmla="*/ 450198 h 1924333"/>
              <a:gd name="connsiteX38" fmla="*/ 8588650 w 12192000"/>
              <a:gd name="connsiteY38" fmla="*/ 447070 h 1924333"/>
              <a:gd name="connsiteX39" fmla="*/ 8612184 w 12192000"/>
              <a:gd name="connsiteY39" fmla="*/ 439577 h 1924333"/>
              <a:gd name="connsiteX40" fmla="*/ 8630713 w 12192000"/>
              <a:gd name="connsiteY40" fmla="*/ 433015 h 1924333"/>
              <a:gd name="connsiteX41" fmla="*/ 8704240 w 12192000"/>
              <a:gd name="connsiteY41" fmla="*/ 422865 h 1924333"/>
              <a:gd name="connsiteX42" fmla="*/ 8829513 w 12192000"/>
              <a:gd name="connsiteY42" fmla="*/ 429389 h 1924333"/>
              <a:gd name="connsiteX43" fmla="*/ 9083651 w 12192000"/>
              <a:gd name="connsiteY43" fmla="*/ 390744 h 1924333"/>
              <a:gd name="connsiteX44" fmla="*/ 9371402 w 12192000"/>
              <a:gd name="connsiteY44" fmla="*/ 371809 h 1924333"/>
              <a:gd name="connsiteX45" fmla="*/ 9429586 w 12192000"/>
              <a:gd name="connsiteY45" fmla="*/ 369213 h 1924333"/>
              <a:gd name="connsiteX46" fmla="*/ 9489757 w 12192000"/>
              <a:gd name="connsiteY46" fmla="*/ 377814 h 1924333"/>
              <a:gd name="connsiteX47" fmla="*/ 9516954 w 12192000"/>
              <a:gd name="connsiteY47" fmla="*/ 376991 h 1924333"/>
              <a:gd name="connsiteX48" fmla="*/ 9645588 w 12192000"/>
              <a:gd name="connsiteY48" fmla="*/ 363590 h 1924333"/>
              <a:gd name="connsiteX49" fmla="*/ 9722896 w 12192000"/>
              <a:gd name="connsiteY49" fmla="*/ 360983 h 1924333"/>
              <a:gd name="connsiteX50" fmla="*/ 9752803 w 12192000"/>
              <a:gd name="connsiteY50" fmla="*/ 368492 h 1924333"/>
              <a:gd name="connsiteX51" fmla="*/ 9890305 w 12192000"/>
              <a:gd name="connsiteY51" fmla="*/ 380736 h 1924333"/>
              <a:gd name="connsiteX52" fmla="*/ 9939767 w 12192000"/>
              <a:gd name="connsiteY52" fmla="*/ 377776 h 1924333"/>
              <a:gd name="connsiteX53" fmla="*/ 9944355 w 12192000"/>
              <a:gd name="connsiteY53" fmla="*/ 377352 h 1924333"/>
              <a:gd name="connsiteX54" fmla="*/ 9953719 w 12192000"/>
              <a:gd name="connsiteY54" fmla="*/ 375642 h 1924333"/>
              <a:gd name="connsiteX55" fmla="*/ 9955809 w 12192000"/>
              <a:gd name="connsiteY55" fmla="*/ 376294 h 1924333"/>
              <a:gd name="connsiteX56" fmla="*/ 10032710 w 12192000"/>
              <a:gd name="connsiteY56" fmla="*/ 394940 h 1924333"/>
              <a:gd name="connsiteX57" fmla="*/ 10049925 w 12192000"/>
              <a:gd name="connsiteY57" fmla="*/ 404971 h 1924333"/>
              <a:gd name="connsiteX58" fmla="*/ 10112671 w 12192000"/>
              <a:gd name="connsiteY58" fmla="*/ 414549 h 1924333"/>
              <a:gd name="connsiteX59" fmla="*/ 10170853 w 12192000"/>
              <a:gd name="connsiteY59" fmla="*/ 435168 h 1924333"/>
              <a:gd name="connsiteX60" fmla="*/ 10290184 w 12192000"/>
              <a:gd name="connsiteY60" fmla="*/ 448123 h 1924333"/>
              <a:gd name="connsiteX61" fmla="*/ 10320158 w 12192000"/>
              <a:gd name="connsiteY61" fmla="*/ 458352 h 1924333"/>
              <a:gd name="connsiteX62" fmla="*/ 10321815 w 12192000"/>
              <a:gd name="connsiteY62" fmla="*/ 463087 h 1924333"/>
              <a:gd name="connsiteX63" fmla="*/ 10373742 w 12192000"/>
              <a:gd name="connsiteY63" fmla="*/ 464538 h 1924333"/>
              <a:gd name="connsiteX64" fmla="*/ 10428532 w 12192000"/>
              <a:gd name="connsiteY64" fmla="*/ 492504 h 1924333"/>
              <a:gd name="connsiteX65" fmla="*/ 10466490 w 12192000"/>
              <a:gd name="connsiteY65" fmla="*/ 517759 h 1924333"/>
              <a:gd name="connsiteX66" fmla="*/ 10466675 w 12192000"/>
              <a:gd name="connsiteY66" fmla="*/ 522076 h 1924333"/>
              <a:gd name="connsiteX67" fmla="*/ 10470309 w 12192000"/>
              <a:gd name="connsiteY67" fmla="*/ 522792 h 1924333"/>
              <a:gd name="connsiteX68" fmla="*/ 10474138 w 12192000"/>
              <a:gd name="connsiteY68" fmla="*/ 519761 h 1924333"/>
              <a:gd name="connsiteX69" fmla="*/ 10501100 w 12192000"/>
              <a:gd name="connsiteY69" fmla="*/ 528263 h 1924333"/>
              <a:gd name="connsiteX70" fmla="*/ 10502395 w 12192000"/>
              <a:gd name="connsiteY70" fmla="*/ 536393 h 1924333"/>
              <a:gd name="connsiteX71" fmla="*/ 10689496 w 12192000"/>
              <a:gd name="connsiteY71" fmla="*/ 560233 h 1924333"/>
              <a:gd name="connsiteX72" fmla="*/ 10788736 w 12192000"/>
              <a:gd name="connsiteY72" fmla="*/ 613188 h 1924333"/>
              <a:gd name="connsiteX73" fmla="*/ 10819747 w 12192000"/>
              <a:gd name="connsiteY73" fmla="*/ 621351 h 1924333"/>
              <a:gd name="connsiteX74" fmla="*/ 10864632 w 12192000"/>
              <a:gd name="connsiteY74" fmla="*/ 644858 h 1924333"/>
              <a:gd name="connsiteX75" fmla="*/ 10929407 w 12192000"/>
              <a:gd name="connsiteY75" fmla="*/ 652945 h 1924333"/>
              <a:gd name="connsiteX76" fmla="*/ 10979412 w 12192000"/>
              <a:gd name="connsiteY76" fmla="*/ 654217 h 1924333"/>
              <a:gd name="connsiteX77" fmla="*/ 11006959 w 12192000"/>
              <a:gd name="connsiteY77" fmla="*/ 657017 h 1924333"/>
              <a:gd name="connsiteX78" fmla="*/ 11077038 w 12192000"/>
              <a:gd name="connsiteY78" fmla="*/ 668487 h 1924333"/>
              <a:gd name="connsiteX79" fmla="*/ 11157850 w 12192000"/>
              <a:gd name="connsiteY79" fmla="*/ 693164 h 1924333"/>
              <a:gd name="connsiteX80" fmla="*/ 11175276 w 12192000"/>
              <a:gd name="connsiteY80" fmla="*/ 697243 h 1924333"/>
              <a:gd name="connsiteX81" fmla="*/ 11191131 w 12192000"/>
              <a:gd name="connsiteY81" fmla="*/ 696085 h 1924333"/>
              <a:gd name="connsiteX82" fmla="*/ 11195573 w 12192000"/>
              <a:gd name="connsiteY82" fmla="*/ 691751 h 1924333"/>
              <a:gd name="connsiteX83" fmla="*/ 11205299 w 12192000"/>
              <a:gd name="connsiteY83" fmla="*/ 693247 h 1924333"/>
              <a:gd name="connsiteX84" fmla="*/ 11223770 w 12192000"/>
              <a:gd name="connsiteY84" fmla="*/ 690335 h 1924333"/>
              <a:gd name="connsiteX85" fmla="*/ 11292119 w 12192000"/>
              <a:gd name="connsiteY85" fmla="*/ 713311 h 1924333"/>
              <a:gd name="connsiteX86" fmla="*/ 11435379 w 12192000"/>
              <a:gd name="connsiteY86" fmla="*/ 758519 h 1924333"/>
              <a:gd name="connsiteX87" fmla="*/ 11604406 w 12192000"/>
              <a:gd name="connsiteY87" fmla="*/ 810476 h 1924333"/>
              <a:gd name="connsiteX88" fmla="*/ 11652155 w 12192000"/>
              <a:gd name="connsiteY88" fmla="*/ 825109 h 1924333"/>
              <a:gd name="connsiteX89" fmla="*/ 11654192 w 12192000"/>
              <a:gd name="connsiteY89" fmla="*/ 827301 h 1924333"/>
              <a:gd name="connsiteX90" fmla="*/ 11676599 w 12192000"/>
              <a:gd name="connsiteY90" fmla="*/ 846628 h 1924333"/>
              <a:gd name="connsiteX91" fmla="*/ 11775168 w 12192000"/>
              <a:gd name="connsiteY91" fmla="*/ 890664 h 1924333"/>
              <a:gd name="connsiteX92" fmla="*/ 11826341 w 12192000"/>
              <a:gd name="connsiteY92" fmla="*/ 877558 h 1924333"/>
              <a:gd name="connsiteX93" fmla="*/ 11879068 w 12192000"/>
              <a:gd name="connsiteY93" fmla="*/ 874038 h 1924333"/>
              <a:gd name="connsiteX94" fmla="*/ 11889563 w 12192000"/>
              <a:gd name="connsiteY94" fmla="*/ 878619 h 1924333"/>
              <a:gd name="connsiteX95" fmla="*/ 12016613 w 12192000"/>
              <a:gd name="connsiteY95" fmla="*/ 886111 h 1924333"/>
              <a:gd name="connsiteX96" fmla="*/ 12108292 w 12192000"/>
              <a:gd name="connsiteY96" fmla="*/ 868500 h 1924333"/>
              <a:gd name="connsiteX97" fmla="*/ 12182910 w 12192000"/>
              <a:gd name="connsiteY97" fmla="*/ 882003 h 1924333"/>
              <a:gd name="connsiteX98" fmla="*/ 12192000 w 12192000"/>
              <a:gd name="connsiteY98" fmla="*/ 884778 h 1924333"/>
              <a:gd name="connsiteX99" fmla="*/ 12192000 w 12192000"/>
              <a:gd name="connsiteY99" fmla="*/ 1610315 h 1924333"/>
              <a:gd name="connsiteX100" fmla="*/ 12191998 w 12192000"/>
              <a:gd name="connsiteY100" fmla="*/ 1610315 h 1924333"/>
              <a:gd name="connsiteX101" fmla="*/ 12191998 w 12192000"/>
              <a:gd name="connsiteY101" fmla="*/ 1924333 h 1924333"/>
              <a:gd name="connsiteX102" fmla="*/ 0 w 12192000"/>
              <a:gd name="connsiteY102" fmla="*/ 1924333 h 1924333"/>
              <a:gd name="connsiteX103" fmla="*/ 0 w 12192000"/>
              <a:gd name="connsiteY103" fmla="*/ 505159 h 1924333"/>
              <a:gd name="connsiteX104" fmla="*/ 5722 w 12192000"/>
              <a:gd name="connsiteY104" fmla="*/ 508889 h 1924333"/>
              <a:gd name="connsiteX105" fmla="*/ 38476 w 12192000"/>
              <a:gd name="connsiteY105" fmla="*/ 524137 h 1924333"/>
              <a:gd name="connsiteX106" fmla="*/ 192883 w 12192000"/>
              <a:gd name="connsiteY106" fmla="*/ 545272 h 1924333"/>
              <a:gd name="connsiteX107" fmla="*/ 343710 w 12192000"/>
              <a:gd name="connsiteY107" fmla="*/ 565029 h 1924333"/>
              <a:gd name="connsiteX108" fmla="*/ 471066 w 12192000"/>
              <a:gd name="connsiteY108" fmla="*/ 549837 h 1924333"/>
              <a:gd name="connsiteX109" fmla="*/ 617333 w 12192000"/>
              <a:gd name="connsiteY109" fmla="*/ 526428 h 1924333"/>
              <a:gd name="connsiteX110" fmla="*/ 725203 w 12192000"/>
              <a:gd name="connsiteY110" fmla="*/ 523793 h 1924333"/>
              <a:gd name="connsiteX111" fmla="*/ 788494 w 12192000"/>
              <a:gd name="connsiteY111" fmla="*/ 505799 h 1924333"/>
              <a:gd name="connsiteX112" fmla="*/ 885977 w 12192000"/>
              <a:gd name="connsiteY112" fmla="*/ 526585 h 1924333"/>
              <a:gd name="connsiteX113" fmla="*/ 932142 w 12192000"/>
              <a:gd name="connsiteY113" fmla="*/ 528005 h 1924333"/>
              <a:gd name="connsiteX114" fmla="*/ 1090404 w 12192000"/>
              <a:gd name="connsiteY114" fmla="*/ 498299 h 1924333"/>
              <a:gd name="connsiteX115" fmla="*/ 1188628 w 12192000"/>
              <a:gd name="connsiteY115" fmla="*/ 483151 h 1924333"/>
              <a:gd name="connsiteX116" fmla="*/ 1316247 w 12192000"/>
              <a:gd name="connsiteY116" fmla="*/ 425979 h 1924333"/>
              <a:gd name="connsiteX117" fmla="*/ 1357712 w 12192000"/>
              <a:gd name="connsiteY117" fmla="*/ 416549 h 1924333"/>
              <a:gd name="connsiteX118" fmla="*/ 1425921 w 12192000"/>
              <a:gd name="connsiteY118" fmla="*/ 413953 h 1924333"/>
              <a:gd name="connsiteX119" fmla="*/ 1503817 w 12192000"/>
              <a:gd name="connsiteY119" fmla="*/ 380457 h 1924333"/>
              <a:gd name="connsiteX120" fmla="*/ 1639196 w 12192000"/>
              <a:gd name="connsiteY120" fmla="*/ 372785 h 1924333"/>
              <a:gd name="connsiteX121" fmla="*/ 1705606 w 12192000"/>
              <a:gd name="connsiteY121" fmla="*/ 359023 h 1924333"/>
              <a:gd name="connsiteX122" fmla="*/ 1813011 w 12192000"/>
              <a:gd name="connsiteY122" fmla="*/ 331023 h 1924333"/>
              <a:gd name="connsiteX123" fmla="*/ 1831380 w 12192000"/>
              <a:gd name="connsiteY123" fmla="*/ 341307 h 1924333"/>
              <a:gd name="connsiteX124" fmla="*/ 1858612 w 12192000"/>
              <a:gd name="connsiteY124" fmla="*/ 326777 h 1924333"/>
              <a:gd name="connsiteX125" fmla="*/ 1880661 w 12192000"/>
              <a:gd name="connsiteY125" fmla="*/ 335987 h 1924333"/>
              <a:gd name="connsiteX126" fmla="*/ 1941495 w 12192000"/>
              <a:gd name="connsiteY126" fmla="*/ 310792 h 1924333"/>
              <a:gd name="connsiteX127" fmla="*/ 1995402 w 12192000"/>
              <a:gd name="connsiteY127" fmla="*/ 305480 h 1924333"/>
              <a:gd name="connsiteX128" fmla="*/ 2223864 w 12192000"/>
              <a:gd name="connsiteY128" fmla="*/ 266118 h 1924333"/>
              <a:gd name="connsiteX129" fmla="*/ 2418043 w 12192000"/>
              <a:gd name="connsiteY129" fmla="*/ 215314 h 1924333"/>
              <a:gd name="connsiteX130" fmla="*/ 2558461 w 12192000"/>
              <a:gd name="connsiteY130" fmla="*/ 168193 h 1924333"/>
              <a:gd name="connsiteX131" fmla="*/ 2595535 w 12192000"/>
              <a:gd name="connsiteY131" fmla="*/ 158548 h 1924333"/>
              <a:gd name="connsiteX132" fmla="*/ 2626942 w 12192000"/>
              <a:gd name="connsiteY132" fmla="*/ 130400 h 1924333"/>
              <a:gd name="connsiteX133" fmla="*/ 2632225 w 12192000"/>
              <a:gd name="connsiteY133" fmla="*/ 130446 h 1924333"/>
              <a:gd name="connsiteX134" fmla="*/ 2696856 w 12192000"/>
              <a:gd name="connsiteY134" fmla="*/ 128498 h 1924333"/>
              <a:gd name="connsiteX135" fmla="*/ 2759767 w 12192000"/>
              <a:gd name="connsiteY135" fmla="*/ 127784 h 1924333"/>
              <a:gd name="connsiteX136" fmla="*/ 2792685 w 12192000"/>
              <a:gd name="connsiteY136" fmla="*/ 115710 h 1924333"/>
              <a:gd name="connsiteX137" fmla="*/ 2799767 w 12192000"/>
              <a:gd name="connsiteY137" fmla="*/ 113754 h 1924333"/>
              <a:gd name="connsiteX138" fmla="*/ 2829799 w 12192000"/>
              <a:gd name="connsiteY138" fmla="*/ 120042 h 1924333"/>
              <a:gd name="connsiteX139" fmla="*/ 2890704 w 12192000"/>
              <a:gd name="connsiteY139" fmla="*/ 121493 h 1924333"/>
              <a:gd name="connsiteX140" fmla="*/ 3042646 w 12192000"/>
              <a:gd name="connsiteY140" fmla="*/ 112273 h 1924333"/>
              <a:gd name="connsiteX141" fmla="*/ 3146630 w 12192000"/>
              <a:gd name="connsiteY141" fmla="*/ 100898 h 1924333"/>
              <a:gd name="connsiteX142" fmla="*/ 3233163 w 12192000"/>
              <a:gd name="connsiteY142" fmla="*/ 120200 h 1924333"/>
              <a:gd name="connsiteX143" fmla="*/ 3372699 w 12192000"/>
              <a:gd name="connsiteY143" fmla="*/ 129394 h 1924333"/>
              <a:gd name="connsiteX144" fmla="*/ 3394352 w 12192000"/>
              <a:gd name="connsiteY144" fmla="*/ 131671 h 1924333"/>
              <a:gd name="connsiteX145" fmla="*/ 3448218 w 12192000"/>
              <a:gd name="connsiteY145" fmla="*/ 118229 h 1924333"/>
              <a:gd name="connsiteX146" fmla="*/ 3505047 w 12192000"/>
              <a:gd name="connsiteY146" fmla="*/ 115412 h 1924333"/>
              <a:gd name="connsiteX147" fmla="*/ 3521767 w 12192000"/>
              <a:gd name="connsiteY147" fmla="*/ 111071 h 1924333"/>
              <a:gd name="connsiteX148" fmla="*/ 3585137 w 12192000"/>
              <a:gd name="connsiteY148" fmla="*/ 114371 h 1924333"/>
              <a:gd name="connsiteX149" fmla="*/ 3690293 w 12192000"/>
              <a:gd name="connsiteY149" fmla="*/ 98301 h 1924333"/>
              <a:gd name="connsiteX150" fmla="*/ 3867818 w 12192000"/>
              <a:gd name="connsiteY150" fmla="*/ 88985 h 1924333"/>
              <a:gd name="connsiteX151" fmla="*/ 4091337 w 12192000"/>
              <a:gd name="connsiteY151" fmla="*/ 70813 h 1924333"/>
              <a:gd name="connsiteX152" fmla="*/ 4246332 w 12192000"/>
              <a:gd name="connsiteY152" fmla="*/ 41697 h 1924333"/>
              <a:gd name="connsiteX153" fmla="*/ 4266975 w 12192000"/>
              <a:gd name="connsiteY153" fmla="*/ 46592 h 1924333"/>
              <a:gd name="connsiteX154" fmla="*/ 4270566 w 12192000"/>
              <a:gd name="connsiteY154" fmla="*/ 47620 h 1924333"/>
              <a:gd name="connsiteX155" fmla="*/ 4288964 w 12192000"/>
              <a:gd name="connsiteY155" fmla="*/ 52766 h 1924333"/>
              <a:gd name="connsiteX156" fmla="*/ 4365137 w 12192000"/>
              <a:gd name="connsiteY156" fmla="*/ 51783 h 1924333"/>
              <a:gd name="connsiteX157" fmla="*/ 4430546 w 12192000"/>
              <a:gd name="connsiteY157" fmla="*/ 44555 h 1924333"/>
              <a:gd name="connsiteX158" fmla="*/ 4444136 w 12192000"/>
              <a:gd name="connsiteY158" fmla="*/ 39567 h 1924333"/>
              <a:gd name="connsiteX159" fmla="*/ 4534039 w 12192000"/>
              <a:gd name="connsiteY159" fmla="*/ 31604 h 1924333"/>
              <a:gd name="connsiteX160" fmla="*/ 4560448 w 12192000"/>
              <a:gd name="connsiteY160" fmla="*/ 25231 h 1924333"/>
              <a:gd name="connsiteX161" fmla="*/ 4568006 w 12192000"/>
              <a:gd name="connsiteY161" fmla="*/ 25970 h 1924333"/>
              <a:gd name="connsiteX162" fmla="*/ 4595497 w 12192000"/>
              <a:gd name="connsiteY162" fmla="*/ 22958 h 1924333"/>
              <a:gd name="connsiteX163" fmla="*/ 4608623 w 12192000"/>
              <a:gd name="connsiteY163" fmla="*/ 18108 h 1924333"/>
              <a:gd name="connsiteX164" fmla="*/ 4623942 w 12192000"/>
              <a:gd name="connsiteY164" fmla="*/ 22251 h 1924333"/>
              <a:gd name="connsiteX165" fmla="*/ 4664336 w 12192000"/>
              <a:gd name="connsiteY165" fmla="*/ 23306 h 1924333"/>
              <a:gd name="connsiteX166" fmla="*/ 4677385 w 12192000"/>
              <a:gd name="connsiteY166" fmla="*/ 18246 h 1924333"/>
              <a:gd name="connsiteX167" fmla="*/ 4698143 w 12192000"/>
              <a:gd name="connsiteY167" fmla="*/ 18036 h 1924333"/>
              <a:gd name="connsiteX168" fmla="*/ 4750609 w 12192000"/>
              <a:gd name="connsiteY168" fmla="*/ 23611 h 1924333"/>
              <a:gd name="connsiteX169" fmla="*/ 4784658 w 12192000"/>
              <a:gd name="connsiteY169" fmla="*/ 25057 h 1924333"/>
              <a:gd name="connsiteX170" fmla="*/ 4847558 w 12192000"/>
              <a:gd name="connsiteY170" fmla="*/ 38726 h 1924333"/>
              <a:gd name="connsiteX171" fmla="*/ 4909134 w 12192000"/>
              <a:gd name="connsiteY171" fmla="*/ 50659 h 1924333"/>
              <a:gd name="connsiteX172" fmla="*/ 5099219 w 12192000"/>
              <a:gd name="connsiteY172" fmla="*/ 55050 h 1924333"/>
              <a:gd name="connsiteX173" fmla="*/ 5184992 w 12192000"/>
              <a:gd name="connsiteY173" fmla="*/ 67596 h 1924333"/>
              <a:gd name="connsiteX174" fmla="*/ 5229637 w 12192000"/>
              <a:gd name="connsiteY174" fmla="*/ 67789 h 1924333"/>
              <a:gd name="connsiteX175" fmla="*/ 5389346 w 12192000"/>
              <a:gd name="connsiteY175" fmla="*/ 80211 h 1924333"/>
              <a:gd name="connsiteX176" fmla="*/ 5494414 w 12192000"/>
              <a:gd name="connsiteY176" fmla="*/ 75926 h 1924333"/>
              <a:gd name="connsiteX177" fmla="*/ 5528443 w 12192000"/>
              <a:gd name="connsiteY177" fmla="*/ 77206 h 1924333"/>
              <a:gd name="connsiteX178" fmla="*/ 5684939 w 12192000"/>
              <a:gd name="connsiteY178" fmla="*/ 50269 h 1924333"/>
              <a:gd name="connsiteX179" fmla="*/ 5765146 w 12192000"/>
              <a:gd name="connsiteY179" fmla="*/ 50414 h 1924333"/>
              <a:gd name="connsiteX180" fmla="*/ 5848655 w 12192000"/>
              <a:gd name="connsiteY180" fmla="*/ 35257 h 1924333"/>
              <a:gd name="connsiteX181" fmla="*/ 5930656 w 12192000"/>
              <a:gd name="connsiteY181" fmla="*/ 30131 h 1924333"/>
              <a:gd name="connsiteX182" fmla="*/ 6124150 w 12192000"/>
              <a:gd name="connsiteY182" fmla="*/ 31679 h 1924333"/>
              <a:gd name="connsiteX183" fmla="*/ 6189199 w 12192000"/>
              <a:gd name="connsiteY183" fmla="*/ 588 h 1924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Lst>
            <a:rect l="l" t="t" r="r" b="b"/>
            <a:pathLst>
              <a:path w="12192000" h="1924333">
                <a:moveTo>
                  <a:pt x="6189199" y="588"/>
                </a:moveTo>
                <a:cubicBezTo>
                  <a:pt x="6196356" y="-574"/>
                  <a:pt x="6202609" y="-108"/>
                  <a:pt x="6207079" y="2850"/>
                </a:cubicBezTo>
                <a:cubicBezTo>
                  <a:pt x="6222026" y="2749"/>
                  <a:pt x="6273489" y="3767"/>
                  <a:pt x="6285610" y="18131"/>
                </a:cubicBezTo>
                <a:cubicBezTo>
                  <a:pt x="6307255" y="18685"/>
                  <a:pt x="6357141" y="23793"/>
                  <a:pt x="6378008" y="24625"/>
                </a:cubicBezTo>
                <a:cubicBezTo>
                  <a:pt x="6409946" y="30645"/>
                  <a:pt x="6438307" y="10375"/>
                  <a:pt x="6466340" y="21366"/>
                </a:cubicBezTo>
                <a:cubicBezTo>
                  <a:pt x="6488276" y="31229"/>
                  <a:pt x="6529854" y="28110"/>
                  <a:pt x="6553334" y="35307"/>
                </a:cubicBezTo>
                <a:cubicBezTo>
                  <a:pt x="6561737" y="48059"/>
                  <a:pt x="6609188" y="62087"/>
                  <a:pt x="6626068" y="58045"/>
                </a:cubicBezTo>
                <a:cubicBezTo>
                  <a:pt x="6660952" y="66570"/>
                  <a:pt x="6666277" y="84716"/>
                  <a:pt x="6692303" y="91487"/>
                </a:cubicBezTo>
                <a:lnTo>
                  <a:pt x="6733670" y="118130"/>
                </a:lnTo>
                <a:lnTo>
                  <a:pt x="6798016" y="112271"/>
                </a:lnTo>
                <a:lnTo>
                  <a:pt x="6801081" y="114963"/>
                </a:lnTo>
                <a:cubicBezTo>
                  <a:pt x="6806919" y="120140"/>
                  <a:pt x="6812832" y="125016"/>
                  <a:pt x="6819351" y="128825"/>
                </a:cubicBezTo>
                <a:cubicBezTo>
                  <a:pt x="6825742" y="109997"/>
                  <a:pt x="6840132" y="116541"/>
                  <a:pt x="6852732" y="123321"/>
                </a:cubicBezTo>
                <a:lnTo>
                  <a:pt x="6865247" y="128836"/>
                </a:lnTo>
                <a:lnTo>
                  <a:pt x="6905517" y="129265"/>
                </a:lnTo>
                <a:cubicBezTo>
                  <a:pt x="6934052" y="140042"/>
                  <a:pt x="6939773" y="141556"/>
                  <a:pt x="6950286" y="150104"/>
                </a:cubicBezTo>
                <a:lnTo>
                  <a:pt x="7003442" y="136136"/>
                </a:lnTo>
                <a:lnTo>
                  <a:pt x="7160047" y="166721"/>
                </a:lnTo>
                <a:cubicBezTo>
                  <a:pt x="7207281" y="179911"/>
                  <a:pt x="7280644" y="210197"/>
                  <a:pt x="7325604" y="215867"/>
                </a:cubicBezTo>
                <a:cubicBezTo>
                  <a:pt x="7460113" y="233904"/>
                  <a:pt x="7393081" y="242880"/>
                  <a:pt x="7540522" y="239374"/>
                </a:cubicBezTo>
                <a:cubicBezTo>
                  <a:pt x="7545714" y="234872"/>
                  <a:pt x="7605972" y="231727"/>
                  <a:pt x="7612071" y="229553"/>
                </a:cubicBezTo>
                <a:lnTo>
                  <a:pt x="7651995" y="244567"/>
                </a:lnTo>
                <a:lnTo>
                  <a:pt x="7725761" y="258638"/>
                </a:lnTo>
                <a:lnTo>
                  <a:pt x="7823038" y="287078"/>
                </a:lnTo>
                <a:cubicBezTo>
                  <a:pt x="7837080" y="286482"/>
                  <a:pt x="7851647" y="286498"/>
                  <a:pt x="7866405" y="287288"/>
                </a:cubicBezTo>
                <a:lnTo>
                  <a:pt x="7875021" y="288224"/>
                </a:lnTo>
                <a:cubicBezTo>
                  <a:pt x="7875062" y="288354"/>
                  <a:pt x="7875105" y="288483"/>
                  <a:pt x="7875146" y="288614"/>
                </a:cubicBezTo>
                <a:cubicBezTo>
                  <a:pt x="7880550" y="289202"/>
                  <a:pt x="7901153" y="290716"/>
                  <a:pt x="7907443" y="291752"/>
                </a:cubicBezTo>
                <a:lnTo>
                  <a:pt x="7912892" y="294833"/>
                </a:lnTo>
                <a:lnTo>
                  <a:pt x="7946345" y="319359"/>
                </a:lnTo>
                <a:cubicBezTo>
                  <a:pt x="7958657" y="312776"/>
                  <a:pt x="7996513" y="309749"/>
                  <a:pt x="8021238" y="315159"/>
                </a:cubicBezTo>
                <a:cubicBezTo>
                  <a:pt x="8045964" y="320570"/>
                  <a:pt x="8058169" y="340462"/>
                  <a:pt x="8094697" y="351819"/>
                </a:cubicBezTo>
                <a:cubicBezTo>
                  <a:pt x="8129587" y="361154"/>
                  <a:pt x="8116181" y="360544"/>
                  <a:pt x="8155208" y="371168"/>
                </a:cubicBezTo>
                <a:cubicBezTo>
                  <a:pt x="8196217" y="383300"/>
                  <a:pt x="8205468" y="391801"/>
                  <a:pt x="8248472" y="400489"/>
                </a:cubicBezTo>
                <a:cubicBezTo>
                  <a:pt x="8283932" y="419791"/>
                  <a:pt x="8278617" y="392031"/>
                  <a:pt x="8300068" y="405531"/>
                </a:cubicBezTo>
                <a:lnTo>
                  <a:pt x="8356293" y="403328"/>
                </a:lnTo>
                <a:cubicBezTo>
                  <a:pt x="8377247" y="404463"/>
                  <a:pt x="8438442" y="433194"/>
                  <a:pt x="8475838" y="435524"/>
                </a:cubicBezTo>
                <a:cubicBezTo>
                  <a:pt x="8510241" y="438037"/>
                  <a:pt x="8545511" y="449840"/>
                  <a:pt x="8575216" y="450198"/>
                </a:cubicBezTo>
                <a:lnTo>
                  <a:pt x="8588650" y="447070"/>
                </a:lnTo>
                <a:lnTo>
                  <a:pt x="8612184" y="439577"/>
                </a:lnTo>
                <a:lnTo>
                  <a:pt x="8630713" y="433015"/>
                </a:lnTo>
                <a:cubicBezTo>
                  <a:pt x="8635870" y="429519"/>
                  <a:pt x="8700685" y="428411"/>
                  <a:pt x="8704240" y="422865"/>
                </a:cubicBezTo>
                <a:cubicBezTo>
                  <a:pt x="8761777" y="429549"/>
                  <a:pt x="8768302" y="427178"/>
                  <a:pt x="8829513" y="429389"/>
                </a:cubicBezTo>
                <a:cubicBezTo>
                  <a:pt x="8922895" y="444672"/>
                  <a:pt x="8924579" y="401507"/>
                  <a:pt x="9083651" y="390744"/>
                </a:cubicBezTo>
                <a:cubicBezTo>
                  <a:pt x="9138403" y="388032"/>
                  <a:pt x="9315003" y="378647"/>
                  <a:pt x="9371402" y="371809"/>
                </a:cubicBezTo>
                <a:cubicBezTo>
                  <a:pt x="9358632" y="337502"/>
                  <a:pt x="9402842" y="379364"/>
                  <a:pt x="9429586" y="369213"/>
                </a:cubicBezTo>
                <a:cubicBezTo>
                  <a:pt x="9449312" y="370213"/>
                  <a:pt x="9473938" y="373270"/>
                  <a:pt x="9489757" y="377814"/>
                </a:cubicBezTo>
                <a:cubicBezTo>
                  <a:pt x="9498164" y="379256"/>
                  <a:pt x="9507139" y="379272"/>
                  <a:pt x="9516954" y="376991"/>
                </a:cubicBezTo>
                <a:cubicBezTo>
                  <a:pt x="9548430" y="354766"/>
                  <a:pt x="9591874" y="370315"/>
                  <a:pt x="9645588" y="363590"/>
                </a:cubicBezTo>
                <a:cubicBezTo>
                  <a:pt x="9660487" y="368814"/>
                  <a:pt x="9710817" y="350550"/>
                  <a:pt x="9722896" y="360983"/>
                </a:cubicBezTo>
                <a:cubicBezTo>
                  <a:pt x="9733918" y="362239"/>
                  <a:pt x="9745201" y="356679"/>
                  <a:pt x="9752803" y="368492"/>
                </a:cubicBezTo>
                <a:cubicBezTo>
                  <a:pt x="9793268" y="374490"/>
                  <a:pt x="9843313" y="380978"/>
                  <a:pt x="9890305" y="380736"/>
                </a:cubicBezTo>
                <a:cubicBezTo>
                  <a:pt x="9912701" y="380083"/>
                  <a:pt x="9926523" y="379037"/>
                  <a:pt x="9939767" y="377776"/>
                </a:cubicBezTo>
                <a:lnTo>
                  <a:pt x="9944355" y="377352"/>
                </a:lnTo>
                <a:lnTo>
                  <a:pt x="9953719" y="375642"/>
                </a:lnTo>
                <a:lnTo>
                  <a:pt x="9955809" y="376294"/>
                </a:lnTo>
                <a:lnTo>
                  <a:pt x="10032710" y="394940"/>
                </a:lnTo>
                <a:lnTo>
                  <a:pt x="10049925" y="404971"/>
                </a:lnTo>
                <a:lnTo>
                  <a:pt x="10112671" y="414549"/>
                </a:lnTo>
                <a:cubicBezTo>
                  <a:pt x="10169643" y="412125"/>
                  <a:pt x="10132220" y="425358"/>
                  <a:pt x="10170853" y="435168"/>
                </a:cubicBezTo>
                <a:cubicBezTo>
                  <a:pt x="10206088" y="442020"/>
                  <a:pt x="10240809" y="454081"/>
                  <a:pt x="10290184" y="448123"/>
                </a:cubicBezTo>
                <a:cubicBezTo>
                  <a:pt x="10301813" y="444919"/>
                  <a:pt x="10315233" y="449499"/>
                  <a:pt x="10320158" y="458352"/>
                </a:cubicBezTo>
                <a:cubicBezTo>
                  <a:pt x="10321006" y="459876"/>
                  <a:pt x="10321565" y="461470"/>
                  <a:pt x="10321815" y="463087"/>
                </a:cubicBezTo>
                <a:cubicBezTo>
                  <a:pt x="10354058" y="457158"/>
                  <a:pt x="10355176" y="470634"/>
                  <a:pt x="10373742" y="464538"/>
                </a:cubicBezTo>
                <a:cubicBezTo>
                  <a:pt x="10403060" y="475292"/>
                  <a:pt x="10411841" y="497597"/>
                  <a:pt x="10428532" y="492504"/>
                </a:cubicBezTo>
                <a:cubicBezTo>
                  <a:pt x="10440561" y="500742"/>
                  <a:pt x="10446267" y="521930"/>
                  <a:pt x="10466490" y="517759"/>
                </a:cubicBezTo>
                <a:cubicBezTo>
                  <a:pt x="10464622" y="519986"/>
                  <a:pt x="10465013" y="521261"/>
                  <a:pt x="10466675" y="522076"/>
                </a:cubicBezTo>
                <a:lnTo>
                  <a:pt x="10470309" y="522792"/>
                </a:lnTo>
                <a:lnTo>
                  <a:pt x="10474138" y="519761"/>
                </a:lnTo>
                <a:cubicBezTo>
                  <a:pt x="10488888" y="509612"/>
                  <a:pt x="10484914" y="524734"/>
                  <a:pt x="10501100" y="528263"/>
                </a:cubicBezTo>
                <a:cubicBezTo>
                  <a:pt x="10508412" y="530705"/>
                  <a:pt x="10505426" y="533743"/>
                  <a:pt x="10502395" y="536393"/>
                </a:cubicBezTo>
                <a:lnTo>
                  <a:pt x="10689496" y="560233"/>
                </a:lnTo>
                <a:cubicBezTo>
                  <a:pt x="10721441" y="573640"/>
                  <a:pt x="10757547" y="582937"/>
                  <a:pt x="10788736" y="613188"/>
                </a:cubicBezTo>
                <a:cubicBezTo>
                  <a:pt x="10794510" y="621641"/>
                  <a:pt x="10807098" y="616073"/>
                  <a:pt x="10819747" y="621351"/>
                </a:cubicBezTo>
                <a:cubicBezTo>
                  <a:pt x="10832398" y="626630"/>
                  <a:pt x="10846356" y="639592"/>
                  <a:pt x="10864632" y="644858"/>
                </a:cubicBezTo>
                <a:cubicBezTo>
                  <a:pt x="10895617" y="652290"/>
                  <a:pt x="10921550" y="640451"/>
                  <a:pt x="10929407" y="652945"/>
                </a:cubicBezTo>
                <a:cubicBezTo>
                  <a:pt x="10945460" y="653176"/>
                  <a:pt x="10968148" y="640553"/>
                  <a:pt x="10979412" y="654217"/>
                </a:cubicBezTo>
                <a:cubicBezTo>
                  <a:pt x="10981679" y="643737"/>
                  <a:pt x="10997287" y="663414"/>
                  <a:pt x="11006959" y="657017"/>
                </a:cubicBezTo>
                <a:cubicBezTo>
                  <a:pt x="11023230" y="659396"/>
                  <a:pt x="11051890" y="662462"/>
                  <a:pt x="11077038" y="668487"/>
                </a:cubicBezTo>
                <a:cubicBezTo>
                  <a:pt x="11097000" y="690299"/>
                  <a:pt x="11141286" y="676399"/>
                  <a:pt x="11157850" y="693164"/>
                </a:cubicBezTo>
                <a:cubicBezTo>
                  <a:pt x="11163800" y="695757"/>
                  <a:pt x="11169599" y="696942"/>
                  <a:pt x="11175276" y="697243"/>
                </a:cubicBezTo>
                <a:lnTo>
                  <a:pt x="11191131" y="696085"/>
                </a:lnTo>
                <a:lnTo>
                  <a:pt x="11195573" y="691751"/>
                </a:lnTo>
                <a:lnTo>
                  <a:pt x="11205299" y="693247"/>
                </a:lnTo>
                <a:lnTo>
                  <a:pt x="11223770" y="690335"/>
                </a:lnTo>
                <a:cubicBezTo>
                  <a:pt x="11237778" y="693777"/>
                  <a:pt x="11256852" y="701947"/>
                  <a:pt x="11292119" y="713311"/>
                </a:cubicBezTo>
                <a:cubicBezTo>
                  <a:pt x="11334878" y="733451"/>
                  <a:pt x="11401662" y="729175"/>
                  <a:pt x="11435379" y="758519"/>
                </a:cubicBezTo>
                <a:lnTo>
                  <a:pt x="11604406" y="810476"/>
                </a:lnTo>
                <a:lnTo>
                  <a:pt x="11652155" y="825109"/>
                </a:lnTo>
                <a:lnTo>
                  <a:pt x="11654192" y="827301"/>
                </a:lnTo>
                <a:cubicBezTo>
                  <a:pt x="11661650" y="834729"/>
                  <a:pt x="11669215" y="841480"/>
                  <a:pt x="11676599" y="846628"/>
                </a:cubicBezTo>
                <a:cubicBezTo>
                  <a:pt x="11688258" y="861760"/>
                  <a:pt x="11752266" y="896888"/>
                  <a:pt x="11775168" y="890664"/>
                </a:cubicBezTo>
                <a:cubicBezTo>
                  <a:pt x="11790977" y="883819"/>
                  <a:pt x="11808364" y="879901"/>
                  <a:pt x="11826341" y="877558"/>
                </a:cubicBezTo>
                <a:lnTo>
                  <a:pt x="11879068" y="874038"/>
                </a:lnTo>
                <a:lnTo>
                  <a:pt x="11889563" y="878619"/>
                </a:lnTo>
                <a:lnTo>
                  <a:pt x="12016613" y="886111"/>
                </a:lnTo>
                <a:lnTo>
                  <a:pt x="12108292" y="868500"/>
                </a:lnTo>
                <a:cubicBezTo>
                  <a:pt x="12129725" y="867311"/>
                  <a:pt x="12157891" y="874537"/>
                  <a:pt x="12182910" y="882003"/>
                </a:cubicBezTo>
                <a:lnTo>
                  <a:pt x="12192000" y="884778"/>
                </a:lnTo>
                <a:lnTo>
                  <a:pt x="12192000" y="1610315"/>
                </a:lnTo>
                <a:lnTo>
                  <a:pt x="12191998" y="1610315"/>
                </a:lnTo>
                <a:lnTo>
                  <a:pt x="12191998" y="1924333"/>
                </a:lnTo>
                <a:lnTo>
                  <a:pt x="0" y="1924333"/>
                </a:lnTo>
                <a:lnTo>
                  <a:pt x="0" y="505159"/>
                </a:lnTo>
                <a:lnTo>
                  <a:pt x="5722" y="508889"/>
                </a:lnTo>
                <a:cubicBezTo>
                  <a:pt x="21614" y="518548"/>
                  <a:pt x="33814" y="524781"/>
                  <a:pt x="38476" y="524137"/>
                </a:cubicBezTo>
                <a:cubicBezTo>
                  <a:pt x="99229" y="544180"/>
                  <a:pt x="142010" y="538457"/>
                  <a:pt x="192883" y="545272"/>
                </a:cubicBezTo>
                <a:cubicBezTo>
                  <a:pt x="277629" y="525210"/>
                  <a:pt x="293434" y="558443"/>
                  <a:pt x="343710" y="565029"/>
                </a:cubicBezTo>
                <a:cubicBezTo>
                  <a:pt x="383094" y="555729"/>
                  <a:pt x="425462" y="556271"/>
                  <a:pt x="471066" y="549837"/>
                </a:cubicBezTo>
                <a:cubicBezTo>
                  <a:pt x="513583" y="544428"/>
                  <a:pt x="569194" y="531004"/>
                  <a:pt x="617333" y="526428"/>
                </a:cubicBezTo>
                <a:cubicBezTo>
                  <a:pt x="660031" y="520760"/>
                  <a:pt x="696675" y="523882"/>
                  <a:pt x="725203" y="523793"/>
                </a:cubicBezTo>
                <a:cubicBezTo>
                  <a:pt x="736650" y="521695"/>
                  <a:pt x="780513" y="502146"/>
                  <a:pt x="788494" y="505799"/>
                </a:cubicBezTo>
                <a:lnTo>
                  <a:pt x="885977" y="526585"/>
                </a:lnTo>
                <a:cubicBezTo>
                  <a:pt x="906140" y="522837"/>
                  <a:pt x="917203" y="532232"/>
                  <a:pt x="932142" y="528005"/>
                </a:cubicBezTo>
                <a:cubicBezTo>
                  <a:pt x="963701" y="524128"/>
                  <a:pt x="1061555" y="499582"/>
                  <a:pt x="1090404" y="498299"/>
                </a:cubicBezTo>
                <a:cubicBezTo>
                  <a:pt x="1132840" y="494057"/>
                  <a:pt x="1148476" y="496041"/>
                  <a:pt x="1188628" y="483151"/>
                </a:cubicBezTo>
                <a:cubicBezTo>
                  <a:pt x="1230397" y="468408"/>
                  <a:pt x="1278711" y="457638"/>
                  <a:pt x="1316247" y="425979"/>
                </a:cubicBezTo>
                <a:cubicBezTo>
                  <a:pt x="1322662" y="417251"/>
                  <a:pt x="1339433" y="418553"/>
                  <a:pt x="1357712" y="416549"/>
                </a:cubicBezTo>
                <a:cubicBezTo>
                  <a:pt x="1375991" y="414544"/>
                  <a:pt x="1423507" y="412949"/>
                  <a:pt x="1425921" y="413953"/>
                </a:cubicBezTo>
                <a:cubicBezTo>
                  <a:pt x="1450272" y="407937"/>
                  <a:pt x="1458223" y="388156"/>
                  <a:pt x="1503817" y="380457"/>
                </a:cubicBezTo>
                <a:cubicBezTo>
                  <a:pt x="1541095" y="377398"/>
                  <a:pt x="1605565" y="376357"/>
                  <a:pt x="1639196" y="372785"/>
                </a:cubicBezTo>
                <a:cubicBezTo>
                  <a:pt x="1653280" y="376736"/>
                  <a:pt x="1695289" y="365766"/>
                  <a:pt x="1705606" y="359023"/>
                </a:cubicBezTo>
                <a:cubicBezTo>
                  <a:pt x="1729169" y="336295"/>
                  <a:pt x="1793207" y="348537"/>
                  <a:pt x="1813011" y="331023"/>
                </a:cubicBezTo>
                <a:cubicBezTo>
                  <a:pt x="1820772" y="328179"/>
                  <a:pt x="1823566" y="341833"/>
                  <a:pt x="1831380" y="341307"/>
                </a:cubicBezTo>
                <a:lnTo>
                  <a:pt x="1858612" y="326777"/>
                </a:lnTo>
                <a:lnTo>
                  <a:pt x="1880661" y="335987"/>
                </a:lnTo>
                <a:lnTo>
                  <a:pt x="1941495" y="310792"/>
                </a:lnTo>
                <a:cubicBezTo>
                  <a:pt x="1978970" y="307223"/>
                  <a:pt x="1947391" y="291714"/>
                  <a:pt x="1995402" y="305480"/>
                </a:cubicBezTo>
                <a:cubicBezTo>
                  <a:pt x="2042464" y="298034"/>
                  <a:pt x="2153424" y="281146"/>
                  <a:pt x="2223864" y="266118"/>
                </a:cubicBezTo>
                <a:cubicBezTo>
                  <a:pt x="2261296" y="256300"/>
                  <a:pt x="2360518" y="238323"/>
                  <a:pt x="2418043" y="215314"/>
                </a:cubicBezTo>
                <a:cubicBezTo>
                  <a:pt x="2472088" y="206823"/>
                  <a:pt x="2499422" y="162612"/>
                  <a:pt x="2558461" y="168193"/>
                </a:cubicBezTo>
                <a:cubicBezTo>
                  <a:pt x="2559660" y="164506"/>
                  <a:pt x="2592244" y="161337"/>
                  <a:pt x="2595535" y="158548"/>
                </a:cubicBezTo>
                <a:lnTo>
                  <a:pt x="2626942" y="130400"/>
                </a:lnTo>
                <a:lnTo>
                  <a:pt x="2632225" y="130446"/>
                </a:lnTo>
                <a:lnTo>
                  <a:pt x="2696856" y="128498"/>
                </a:lnTo>
                <a:lnTo>
                  <a:pt x="2759767" y="127784"/>
                </a:lnTo>
                <a:cubicBezTo>
                  <a:pt x="2770024" y="123546"/>
                  <a:pt x="2781047" y="119463"/>
                  <a:pt x="2792685" y="115710"/>
                </a:cubicBezTo>
                <a:lnTo>
                  <a:pt x="2799767" y="113754"/>
                </a:lnTo>
                <a:lnTo>
                  <a:pt x="2829799" y="120042"/>
                </a:lnTo>
                <a:lnTo>
                  <a:pt x="2890704" y="121493"/>
                </a:lnTo>
                <a:cubicBezTo>
                  <a:pt x="2935390" y="121035"/>
                  <a:pt x="2990780" y="113193"/>
                  <a:pt x="3042646" y="112273"/>
                </a:cubicBezTo>
                <a:cubicBezTo>
                  <a:pt x="3077119" y="111474"/>
                  <a:pt x="3124089" y="100414"/>
                  <a:pt x="3146630" y="100898"/>
                </a:cubicBezTo>
                <a:cubicBezTo>
                  <a:pt x="3169381" y="117699"/>
                  <a:pt x="3224695" y="125864"/>
                  <a:pt x="3233163" y="120200"/>
                </a:cubicBezTo>
                <a:lnTo>
                  <a:pt x="3372699" y="129394"/>
                </a:lnTo>
                <a:cubicBezTo>
                  <a:pt x="3389020" y="126586"/>
                  <a:pt x="3397563" y="116804"/>
                  <a:pt x="3394352" y="131671"/>
                </a:cubicBezTo>
                <a:cubicBezTo>
                  <a:pt x="3406102" y="131485"/>
                  <a:pt x="3429770" y="120938"/>
                  <a:pt x="3448218" y="118229"/>
                </a:cubicBezTo>
                <a:lnTo>
                  <a:pt x="3505047" y="115412"/>
                </a:lnTo>
                <a:lnTo>
                  <a:pt x="3521767" y="111071"/>
                </a:lnTo>
                <a:cubicBezTo>
                  <a:pt x="3526335" y="108877"/>
                  <a:pt x="3582156" y="117732"/>
                  <a:pt x="3585137" y="114371"/>
                </a:cubicBezTo>
                <a:cubicBezTo>
                  <a:pt x="3638265" y="102098"/>
                  <a:pt x="3633789" y="98565"/>
                  <a:pt x="3690293" y="98301"/>
                </a:cubicBezTo>
                <a:cubicBezTo>
                  <a:pt x="3782197" y="112746"/>
                  <a:pt x="3826738" y="92943"/>
                  <a:pt x="3867818" y="88985"/>
                </a:cubicBezTo>
                <a:cubicBezTo>
                  <a:pt x="3943777" y="81477"/>
                  <a:pt x="3990501" y="75194"/>
                  <a:pt x="4091337" y="70813"/>
                </a:cubicBezTo>
                <a:cubicBezTo>
                  <a:pt x="4154422" y="62932"/>
                  <a:pt x="4217060" y="45734"/>
                  <a:pt x="4246332" y="41697"/>
                </a:cubicBezTo>
                <a:cubicBezTo>
                  <a:pt x="4253308" y="42804"/>
                  <a:pt x="4260125" y="44606"/>
                  <a:pt x="4266975" y="46592"/>
                </a:cubicBezTo>
                <a:lnTo>
                  <a:pt x="4270566" y="47620"/>
                </a:lnTo>
                <a:lnTo>
                  <a:pt x="4288964" y="52766"/>
                </a:lnTo>
                <a:lnTo>
                  <a:pt x="4365137" y="51783"/>
                </a:lnTo>
                <a:lnTo>
                  <a:pt x="4430546" y="44555"/>
                </a:lnTo>
                <a:lnTo>
                  <a:pt x="4444136" y="39567"/>
                </a:lnTo>
                <a:lnTo>
                  <a:pt x="4534039" y="31604"/>
                </a:lnTo>
                <a:lnTo>
                  <a:pt x="4560448" y="25231"/>
                </a:lnTo>
                <a:lnTo>
                  <a:pt x="4568006" y="25970"/>
                </a:lnTo>
                <a:cubicBezTo>
                  <a:pt x="4580278" y="23866"/>
                  <a:pt x="4594878" y="14904"/>
                  <a:pt x="4595497" y="22958"/>
                </a:cubicBezTo>
                <a:lnTo>
                  <a:pt x="4608623" y="18108"/>
                </a:lnTo>
                <a:lnTo>
                  <a:pt x="4623942" y="22251"/>
                </a:lnTo>
                <a:cubicBezTo>
                  <a:pt x="4633227" y="23117"/>
                  <a:pt x="4655429" y="23973"/>
                  <a:pt x="4664336" y="23306"/>
                </a:cubicBezTo>
                <a:lnTo>
                  <a:pt x="4677385" y="18246"/>
                </a:lnTo>
                <a:lnTo>
                  <a:pt x="4698143" y="18036"/>
                </a:lnTo>
                <a:cubicBezTo>
                  <a:pt x="4710347" y="18931"/>
                  <a:pt x="4736189" y="22441"/>
                  <a:pt x="4750609" y="23611"/>
                </a:cubicBezTo>
                <a:cubicBezTo>
                  <a:pt x="4764270" y="27424"/>
                  <a:pt x="4774858" y="29782"/>
                  <a:pt x="4784658" y="25057"/>
                </a:cubicBezTo>
                <a:cubicBezTo>
                  <a:pt x="4804708" y="29613"/>
                  <a:pt x="4822811" y="48263"/>
                  <a:pt x="4847558" y="38726"/>
                </a:cubicBezTo>
                <a:cubicBezTo>
                  <a:pt x="4868304" y="42993"/>
                  <a:pt x="4867190" y="47939"/>
                  <a:pt x="4909134" y="50659"/>
                </a:cubicBezTo>
                <a:cubicBezTo>
                  <a:pt x="4945026" y="52455"/>
                  <a:pt x="5063406" y="54096"/>
                  <a:pt x="5099219" y="55050"/>
                </a:cubicBezTo>
                <a:cubicBezTo>
                  <a:pt x="5145195" y="57873"/>
                  <a:pt x="5163254" y="65473"/>
                  <a:pt x="5184992" y="67596"/>
                </a:cubicBezTo>
                <a:cubicBezTo>
                  <a:pt x="5206728" y="69720"/>
                  <a:pt x="5195578" y="65687"/>
                  <a:pt x="5229637" y="67789"/>
                </a:cubicBezTo>
                <a:cubicBezTo>
                  <a:pt x="5263695" y="69892"/>
                  <a:pt x="5345217" y="78854"/>
                  <a:pt x="5389346" y="80211"/>
                </a:cubicBezTo>
                <a:cubicBezTo>
                  <a:pt x="5425889" y="83191"/>
                  <a:pt x="5461943" y="84751"/>
                  <a:pt x="5494414" y="75926"/>
                </a:cubicBezTo>
                <a:lnTo>
                  <a:pt x="5528443" y="77206"/>
                </a:lnTo>
                <a:cubicBezTo>
                  <a:pt x="5582723" y="71370"/>
                  <a:pt x="5638917" y="68385"/>
                  <a:pt x="5684939" y="50269"/>
                </a:cubicBezTo>
                <a:cubicBezTo>
                  <a:pt x="5724389" y="45804"/>
                  <a:pt x="5737860" y="52916"/>
                  <a:pt x="5765146" y="50414"/>
                </a:cubicBezTo>
                <a:cubicBezTo>
                  <a:pt x="5792695" y="43060"/>
                  <a:pt x="5827352" y="38097"/>
                  <a:pt x="5848655" y="35257"/>
                </a:cubicBezTo>
                <a:lnTo>
                  <a:pt x="5930656" y="30131"/>
                </a:lnTo>
                <a:lnTo>
                  <a:pt x="6124150" y="31679"/>
                </a:lnTo>
                <a:cubicBezTo>
                  <a:pt x="6138131" y="22216"/>
                  <a:pt x="6167730" y="4075"/>
                  <a:pt x="6189199" y="588"/>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1ED6BCC1-1F29-493B-B158-13F441E09942}"/>
              </a:ext>
            </a:extLst>
          </p:cNvPr>
          <p:cNvSpPr>
            <a:spLocks noGrp="1"/>
          </p:cNvSpPr>
          <p:nvPr>
            <p:ph type="subTitle" idx="1"/>
          </p:nvPr>
        </p:nvSpPr>
        <p:spPr>
          <a:xfrm>
            <a:off x="415499" y="4145643"/>
            <a:ext cx="11386401" cy="2502072"/>
          </a:xfrm>
        </p:spPr>
        <p:txBody>
          <a:bodyPr anchor="t">
            <a:normAutofit/>
          </a:bodyPr>
          <a:lstStyle/>
          <a:p>
            <a:pPr algn="l"/>
            <a:r>
              <a:rPr lang="en-US" sz="3200" dirty="0"/>
              <a:t>Paper ID: 300</a:t>
            </a:r>
          </a:p>
          <a:p>
            <a:pPr algn="l"/>
            <a:r>
              <a:rPr lang="en-US" sz="3200" dirty="0"/>
              <a:t>Paper Title: </a:t>
            </a:r>
            <a:r>
              <a:rPr lang="en-US" sz="3200" b="1" dirty="0"/>
              <a:t>Pneumonia Detection Using Vision Transformers</a:t>
            </a:r>
          </a:p>
          <a:p>
            <a:pPr algn="l"/>
            <a:r>
              <a:rPr lang="en-US" sz="3200" dirty="0"/>
              <a:t>Authors: </a:t>
            </a:r>
            <a:r>
              <a:rPr lang="en-IN" sz="3200" dirty="0"/>
              <a:t>Geetika Munjal, Suyash Thakur, Dhruv Sunil, G V </a:t>
            </a:r>
            <a:r>
              <a:rPr lang="en-IN" sz="3200" dirty="0" err="1"/>
              <a:t>Rishvanth</a:t>
            </a:r>
            <a:endParaRPr lang="en-IN" sz="3200" dirty="0">
              <a:solidFill>
                <a:schemeClr val="tx1">
                  <a:lumMod val="85000"/>
                  <a:lumOff val="15000"/>
                </a:schemeClr>
              </a:solidFill>
            </a:endParaRPr>
          </a:p>
        </p:txBody>
      </p:sp>
      <p:pic>
        <p:nvPicPr>
          <p:cNvPr id="4" name="Picture 3">
            <a:extLst>
              <a:ext uri="{FF2B5EF4-FFF2-40B4-BE49-F238E27FC236}">
                <a16:creationId xmlns:a16="http://schemas.microsoft.com/office/drawing/2014/main" id="{E5D6E6A0-1634-1566-1870-12A6FBC57823}"/>
              </a:ext>
            </a:extLst>
          </p:cNvPr>
          <p:cNvPicPr>
            <a:picLocks noChangeAspect="1"/>
          </p:cNvPicPr>
          <p:nvPr/>
        </p:nvPicPr>
        <p:blipFill>
          <a:blip r:embed="rId3"/>
          <a:stretch>
            <a:fillRect/>
          </a:stretch>
        </p:blipFill>
        <p:spPr>
          <a:xfrm>
            <a:off x="114300" y="139251"/>
            <a:ext cx="11988801" cy="2238189"/>
          </a:xfrm>
          <a:prstGeom prst="rect">
            <a:avLst/>
          </a:prstGeom>
        </p:spPr>
      </p:pic>
      <p:pic>
        <p:nvPicPr>
          <p:cNvPr id="5" name="Picture 4" descr="A yellow and blue rectangular sign&#10;&#10;Description automatically generated">
            <a:extLst>
              <a:ext uri="{FF2B5EF4-FFF2-40B4-BE49-F238E27FC236}">
                <a16:creationId xmlns:a16="http://schemas.microsoft.com/office/drawing/2014/main" id="{9EC48403-39BA-2A4B-2FB6-D5F26EEDACB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300" y="139250"/>
            <a:ext cx="11963400" cy="3782301"/>
          </a:xfrm>
          <a:prstGeom prst="rect">
            <a:avLst/>
          </a:prstGeom>
        </p:spPr>
      </p:pic>
    </p:spTree>
    <p:extLst>
      <p:ext uri="{BB962C8B-B14F-4D97-AF65-F5344CB8AC3E}">
        <p14:creationId xmlns:p14="http://schemas.microsoft.com/office/powerpoint/2010/main" val="3679271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D1A6AB-D616-2B30-9D93-DC32B7830D3F}"/>
              </a:ext>
            </a:extLst>
          </p:cNvPr>
          <p:cNvSpPr>
            <a:spLocks noGrp="1"/>
          </p:cNvSpPr>
          <p:nvPr>
            <p:ph type="title"/>
          </p:nvPr>
        </p:nvSpPr>
        <p:spPr/>
        <p:txBody>
          <a:bodyPr/>
          <a:lstStyle/>
          <a:p>
            <a:r>
              <a:rPr lang="en-US" sz="3200" b="1" dirty="0">
                <a:latin typeface="Calibri" panose="020F0502020204030204" pitchFamily="34" charset="0"/>
                <a:ea typeface="Calibri" panose="020F0502020204030204" pitchFamily="34" charset="0"/>
                <a:cs typeface="Calibri" panose="020F0502020204030204" pitchFamily="34" charset="0"/>
              </a:rPr>
              <a:t>INTRODUCTION</a:t>
            </a:r>
            <a:endParaRPr lang="en-IN" sz="3200" dirty="0"/>
          </a:p>
        </p:txBody>
      </p:sp>
      <p:sp>
        <p:nvSpPr>
          <p:cNvPr id="3" name="Content Placeholder 2">
            <a:extLst>
              <a:ext uri="{FF2B5EF4-FFF2-40B4-BE49-F238E27FC236}">
                <a16:creationId xmlns:a16="http://schemas.microsoft.com/office/drawing/2014/main" id="{4676756D-9064-CFD8-9D4D-02ADF22ED05C}"/>
              </a:ext>
            </a:extLst>
          </p:cNvPr>
          <p:cNvSpPr>
            <a:spLocks noGrp="1"/>
          </p:cNvSpPr>
          <p:nvPr>
            <p:ph idx="1"/>
          </p:nvPr>
        </p:nvSpPr>
        <p:spPr/>
        <p:txBody>
          <a:bodyPr/>
          <a:lstStyle/>
          <a:p>
            <a:pPr>
              <a:spcBef>
                <a:spcPct val="0"/>
              </a:spcBef>
            </a:pP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Pneumonia: A leading global health concern.</a:t>
            </a:r>
          </a:p>
          <a:p>
            <a:pPr lvl="1">
              <a:spcBef>
                <a:spcPct val="0"/>
              </a:spcBef>
            </a:pPr>
            <a:r>
              <a:rPr lang="en-US" sz="2400" dirty="0">
                <a:latin typeface="Calibri" panose="020F0502020204030204" pitchFamily="34" charset="0"/>
                <a:ea typeface="Calibri" panose="020F0502020204030204" pitchFamily="34" charset="0"/>
                <a:cs typeface="Calibri" panose="020F0502020204030204" pitchFamily="34" charset="0"/>
              </a:rPr>
              <a:t>Pneumonia: A leading global health concern.</a:t>
            </a: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lvl="1">
              <a:spcBef>
                <a:spcPct val="0"/>
              </a:spcBef>
            </a:pPr>
            <a:r>
              <a:rPr lang="en-US" sz="2400" dirty="0">
                <a:latin typeface="Calibri" panose="020F0502020204030204" pitchFamily="34" charset="0"/>
                <a:ea typeface="Calibri" panose="020F0502020204030204" pitchFamily="34" charset="0"/>
                <a:cs typeface="Calibri" panose="020F0502020204030204" pitchFamily="34" charset="0"/>
              </a:rPr>
              <a:t>Linked to factors like malnutrition, air pollution, and inadequate healthcare.</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a:p>
            <a:pPr>
              <a:spcBef>
                <a:spcPct val="0"/>
              </a:spcBef>
            </a:pPr>
            <a:r>
              <a:rPr lang="en-US" altLang="en-US" sz="2800" dirty="0">
                <a:latin typeface="Calibri" panose="020F0502020204030204" pitchFamily="34" charset="0"/>
                <a:ea typeface="Calibri" panose="020F0502020204030204" pitchFamily="34" charset="0"/>
                <a:cs typeface="Calibri" panose="020F0502020204030204" pitchFamily="34" charset="0"/>
              </a:rPr>
              <a:t>AI in Healthcare:</a:t>
            </a:r>
          </a:p>
          <a:p>
            <a:pPr lvl="1">
              <a:spcBef>
                <a:spcPct val="0"/>
              </a:spcBef>
            </a:pPr>
            <a:r>
              <a:rPr lang="en-US" sz="2400" dirty="0">
                <a:latin typeface="Calibri" panose="020F0502020204030204" pitchFamily="34" charset="0"/>
                <a:ea typeface="Calibri" panose="020F0502020204030204" pitchFamily="34" charset="0"/>
                <a:cs typeface="Calibri" panose="020F0502020204030204" pitchFamily="34" charset="0"/>
              </a:rPr>
              <a:t>Enables faster and more accurate diagnostics.</a:t>
            </a: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a:spcBef>
                <a:spcPct val="0"/>
              </a:spcBef>
            </a:pPr>
            <a:r>
              <a:rPr kumimoji="0" lang="en-US" altLang="en-US" sz="28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Study Focus:</a:t>
            </a:r>
          </a:p>
          <a:p>
            <a:pPr lvl="1">
              <a:spcBef>
                <a:spcPct val="0"/>
              </a:spcBef>
            </a:pPr>
            <a:r>
              <a:rPr lang="en-US" sz="2400" dirty="0">
                <a:latin typeface="Calibri" panose="020F0502020204030204" pitchFamily="34" charset="0"/>
                <a:ea typeface="Calibri" panose="020F0502020204030204" pitchFamily="34" charset="0"/>
                <a:cs typeface="Calibri" panose="020F0502020204030204" pitchFamily="34" charset="0"/>
              </a:rPr>
              <a:t>Comparing Vision Transformers (</a:t>
            </a:r>
            <a:r>
              <a:rPr lang="en-US" sz="2400" dirty="0" err="1">
                <a:latin typeface="Calibri" panose="020F0502020204030204" pitchFamily="34" charset="0"/>
                <a:ea typeface="Calibri" panose="020F0502020204030204" pitchFamily="34" charset="0"/>
                <a:cs typeface="Calibri" panose="020F0502020204030204" pitchFamily="34" charset="0"/>
              </a:rPr>
              <a:t>ViTs</a:t>
            </a:r>
            <a:r>
              <a:rPr lang="en-US" sz="2400" dirty="0">
                <a:latin typeface="Calibri" panose="020F0502020204030204" pitchFamily="34" charset="0"/>
                <a:ea typeface="Calibri" panose="020F0502020204030204" pitchFamily="34" charset="0"/>
                <a:cs typeface="Calibri" panose="020F0502020204030204" pitchFamily="34" charset="0"/>
              </a:rPr>
              <a:t>) with CNNs for pneumonia detection using chest X-rays.</a:t>
            </a:r>
            <a:endParaRPr kumimoji="0" lang="en-US" altLang="en-US" sz="240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4383A1EC-F0C9-2B52-B741-B7FEF83FA09B}"/>
              </a:ext>
            </a:extLst>
          </p:cNvPr>
          <p:cNvSpPr>
            <a:spLocks noGrp="1"/>
          </p:cNvSpPr>
          <p:nvPr>
            <p:ph type="sldNum" sz="quarter" idx="10"/>
          </p:nvPr>
        </p:nvSpPr>
        <p:spPr/>
        <p:txBody>
          <a:bodyPr/>
          <a:lstStyle/>
          <a:p>
            <a:pPr>
              <a:defRPr/>
            </a:pPr>
            <a:fld id="{20531288-2EDE-46F3-90C4-986731F85F58}" type="slidenum">
              <a:rPr lang="en-US" altLang="en-US" smtClean="0"/>
              <a:pPr>
                <a:defRPr/>
              </a:pPr>
              <a:t>2</a:t>
            </a:fld>
            <a:endParaRPr lang="en-US" altLang="en-US"/>
          </a:p>
        </p:txBody>
      </p:sp>
    </p:spTree>
    <p:extLst>
      <p:ext uri="{BB962C8B-B14F-4D97-AF65-F5344CB8AC3E}">
        <p14:creationId xmlns:p14="http://schemas.microsoft.com/office/powerpoint/2010/main" val="336928342"/>
      </p:ext>
    </p:extLst>
  </p:cSld>
  <p:clrMapOvr>
    <a:masterClrMapping/>
  </p:clrMapOvr>
  <p:transition spd="slow">
    <p:cove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91FFA-CF29-85D9-41D5-7A1AA8474649}"/>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Objectives</a:t>
            </a:r>
            <a:br>
              <a:rPr lang="en-US" sz="4400" b="1" dirty="0">
                <a:latin typeface="Calibri" panose="020F0502020204030204" pitchFamily="34" charset="0"/>
                <a:cs typeface="Calibri" panose="020F0502020204030204" pitchFamily="34" charset="0"/>
              </a:rPr>
            </a:br>
            <a:endParaRPr lang="en-IN" dirty="0"/>
          </a:p>
        </p:txBody>
      </p:sp>
      <p:sp>
        <p:nvSpPr>
          <p:cNvPr id="3" name="Content Placeholder 2">
            <a:extLst>
              <a:ext uri="{FF2B5EF4-FFF2-40B4-BE49-F238E27FC236}">
                <a16:creationId xmlns:a16="http://schemas.microsoft.com/office/drawing/2014/main" id="{AD9A0D72-4DE6-4915-EBC8-3108314A7291}"/>
              </a:ext>
            </a:extLst>
          </p:cNvPr>
          <p:cNvSpPr>
            <a:spLocks noGrp="1"/>
          </p:cNvSpPr>
          <p:nvPr>
            <p:ph idx="1"/>
          </p:nvPr>
        </p:nvSpPr>
        <p:spPr/>
        <p:txBody>
          <a:bodyPr/>
          <a:lstStyle/>
          <a:p>
            <a:pPr>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Propose an AI-based solution for pneumonia detection.</a:t>
            </a:r>
          </a:p>
          <a:p>
            <a:pPr>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Leverage Vision Transformers for feature extraction and classification.</a:t>
            </a:r>
          </a:p>
          <a:p>
            <a:pPr>
              <a:buFont typeface="Arial" panose="020B0604020202020204" pitchFamily="34" charset="0"/>
              <a:buChar char="•"/>
            </a:pPr>
            <a:r>
              <a:rPr lang="en-US" sz="3200" dirty="0">
                <a:latin typeface="Calibri" panose="020F0502020204030204" pitchFamily="34" charset="0"/>
                <a:ea typeface="Calibri" panose="020F0502020204030204" pitchFamily="34" charset="0"/>
                <a:cs typeface="Calibri" panose="020F0502020204030204" pitchFamily="34" charset="0"/>
              </a:rPr>
              <a:t>Validate model using accuracy, precision, and recall.</a:t>
            </a:r>
          </a:p>
        </p:txBody>
      </p:sp>
      <p:sp>
        <p:nvSpPr>
          <p:cNvPr id="4" name="Slide Number Placeholder 3">
            <a:extLst>
              <a:ext uri="{FF2B5EF4-FFF2-40B4-BE49-F238E27FC236}">
                <a16:creationId xmlns:a16="http://schemas.microsoft.com/office/drawing/2014/main" id="{6B4A0640-1993-C305-D019-F7D20CF07473}"/>
              </a:ext>
            </a:extLst>
          </p:cNvPr>
          <p:cNvSpPr>
            <a:spLocks noGrp="1"/>
          </p:cNvSpPr>
          <p:nvPr>
            <p:ph type="sldNum" sz="quarter" idx="10"/>
          </p:nvPr>
        </p:nvSpPr>
        <p:spPr/>
        <p:txBody>
          <a:bodyPr/>
          <a:lstStyle/>
          <a:p>
            <a:pPr>
              <a:defRPr/>
            </a:pPr>
            <a:fld id="{20531288-2EDE-46F3-90C4-986731F85F58}" type="slidenum">
              <a:rPr lang="en-US" altLang="en-US" smtClean="0"/>
              <a:pPr>
                <a:defRPr/>
              </a:pPr>
              <a:t>3</a:t>
            </a:fld>
            <a:endParaRPr lang="en-US" altLang="en-US"/>
          </a:p>
        </p:txBody>
      </p:sp>
    </p:spTree>
    <p:extLst>
      <p:ext uri="{BB962C8B-B14F-4D97-AF65-F5344CB8AC3E}">
        <p14:creationId xmlns:p14="http://schemas.microsoft.com/office/powerpoint/2010/main" val="3828533083"/>
      </p:ext>
    </p:extLst>
  </p:cSld>
  <p:clrMapOvr>
    <a:masterClrMapping/>
  </p:clrMapOvr>
  <p:transition spd="slow">
    <p:cove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7B6A0-B8FA-41DE-D849-E2DB0C0AD142}"/>
              </a:ext>
            </a:extLst>
          </p:cNvPr>
          <p:cNvSpPr>
            <a:spLocks noGrp="1"/>
          </p:cNvSpPr>
          <p:nvPr>
            <p:ph type="title"/>
          </p:nvPr>
        </p:nvSpPr>
        <p:spPr/>
        <p:txBody>
          <a:bodyPr/>
          <a:lstStyle/>
          <a:p>
            <a:r>
              <a:rPr lang="en-US" sz="3200" b="1" dirty="0">
                <a:latin typeface="Calibri" panose="020F0502020204030204" pitchFamily="34" charset="0"/>
                <a:cs typeface="Calibri" panose="020F0502020204030204" pitchFamily="34" charset="0"/>
              </a:rPr>
              <a:t>Methodology</a:t>
            </a:r>
            <a:endParaRPr lang="en-IN" sz="3200" dirty="0"/>
          </a:p>
        </p:txBody>
      </p:sp>
      <p:sp>
        <p:nvSpPr>
          <p:cNvPr id="3" name="Content Placeholder 2">
            <a:extLst>
              <a:ext uri="{FF2B5EF4-FFF2-40B4-BE49-F238E27FC236}">
                <a16:creationId xmlns:a16="http://schemas.microsoft.com/office/drawing/2014/main" id="{A5CFB25E-7702-3C0F-2A0C-49B3B16E373D}"/>
              </a:ext>
            </a:extLst>
          </p:cNvPr>
          <p:cNvSpPr>
            <a:spLocks noGrp="1"/>
          </p:cNvSpPr>
          <p:nvPr>
            <p:ph sz="half" idx="1"/>
          </p:nvPr>
        </p:nvSpPr>
        <p:spPr>
          <a:xfrm>
            <a:off x="649664" y="1295418"/>
            <a:ext cx="6099928" cy="5276816"/>
          </a:xfrm>
        </p:spPr>
        <p:txBody>
          <a:bodyPr/>
          <a:lstStyle/>
          <a:p>
            <a:pPr>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Dataset:</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Public Kaggle dataset: 5,863 chest X-ray images</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Split: 80% Training, 20% Testing.</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Classes: Pneumonia (74%) and Normal (26%).</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Class Weighting: Normal (1.94), Pneumonia (0.67).</a:t>
            </a:r>
          </a:p>
          <a:p>
            <a:pPr>
              <a:buFont typeface="Arial" panose="020B0604020202020204" pitchFamily="34" charset="0"/>
              <a:buChar char="•"/>
            </a:pPr>
            <a:r>
              <a:rPr lang="en-US" sz="2800" dirty="0">
                <a:latin typeface="Calibri" panose="020F0502020204030204" pitchFamily="34" charset="0"/>
                <a:ea typeface="Calibri" panose="020F0502020204030204" pitchFamily="34" charset="0"/>
                <a:cs typeface="Calibri" panose="020F0502020204030204" pitchFamily="34" charset="0"/>
              </a:rPr>
              <a:t>Models:</a:t>
            </a:r>
          </a:p>
          <a:p>
            <a:pPr lvl="1">
              <a:buFont typeface="Arial" panose="020B0604020202020204" pitchFamily="34" charset="0"/>
              <a:buChar char="•"/>
            </a:pPr>
            <a:r>
              <a:rPr lang="en-IN" sz="2400" dirty="0">
                <a:latin typeface="Calibri" panose="020F0502020204030204" pitchFamily="34" charset="0"/>
                <a:ea typeface="Calibri" panose="020F0502020204030204" pitchFamily="34" charset="0"/>
                <a:cs typeface="Calibri" panose="020F0502020204030204" pitchFamily="34" charset="0"/>
              </a:rPr>
              <a:t>CNNs: VGG16, ResNet50, DenseNet121.</a:t>
            </a:r>
            <a:endParaRPr lang="en-US" sz="2400" dirty="0">
              <a:latin typeface="Calibri" panose="020F0502020204030204" pitchFamily="34" charset="0"/>
              <a:ea typeface="Calibri" panose="020F0502020204030204" pitchFamily="34" charset="0"/>
              <a:cs typeface="Calibri" panose="020F0502020204030204" pitchFamily="34" charset="0"/>
            </a:endParaRPr>
          </a:p>
          <a:p>
            <a:pPr lvl="1">
              <a:buFont typeface="Arial" panose="020B0604020202020204" pitchFamily="34" charset="0"/>
              <a:buChar char="•"/>
            </a:pPr>
            <a:r>
              <a:rPr lang="en-US" sz="2400" dirty="0" err="1">
                <a:latin typeface="Calibri" panose="020F0502020204030204" pitchFamily="34" charset="0"/>
                <a:ea typeface="Calibri" panose="020F0502020204030204" pitchFamily="34" charset="0"/>
                <a:cs typeface="Calibri" panose="020F0502020204030204" pitchFamily="34" charset="0"/>
              </a:rPr>
              <a:t>ViTs</a:t>
            </a:r>
            <a:r>
              <a:rPr lang="en-US" sz="2400" dirty="0">
                <a:latin typeface="Calibri" panose="020F0502020204030204" pitchFamily="34" charset="0"/>
                <a:ea typeface="Calibri" panose="020F0502020204030204" pitchFamily="34" charset="0"/>
                <a:cs typeface="Calibri" panose="020F0502020204030204" pitchFamily="34" charset="0"/>
              </a:rPr>
              <a:t>: Pre-trained on ImageNet-21k, fine-tuned for pneumonia detection.</a:t>
            </a:r>
          </a:p>
          <a:p>
            <a:pPr lvl="1"/>
            <a:endParaRPr lang="en-US" dirty="0">
              <a:latin typeface="Calibri" panose="020F0502020204030204" pitchFamily="34" charset="0"/>
              <a:ea typeface="Calibri" panose="020F0502020204030204" pitchFamily="34" charset="0"/>
              <a:cs typeface="Calibri" panose="020F0502020204030204" pitchFamily="34" charset="0"/>
            </a:endParaRPr>
          </a:p>
          <a:p>
            <a:endParaRPr lang="en-IN" sz="2800" dirty="0">
              <a:latin typeface="Calibri" panose="020F0502020204030204" pitchFamily="34" charset="0"/>
              <a:ea typeface="Calibri" panose="020F0502020204030204" pitchFamily="34" charset="0"/>
              <a:cs typeface="Calibri" panose="020F0502020204030204" pitchFamily="34" charset="0"/>
            </a:endParaRPr>
          </a:p>
          <a:p>
            <a:endParaRPr lang="en-IN" sz="2800" dirty="0"/>
          </a:p>
        </p:txBody>
      </p:sp>
      <p:sp>
        <p:nvSpPr>
          <p:cNvPr id="4" name="Content Placeholder 3">
            <a:extLst>
              <a:ext uri="{FF2B5EF4-FFF2-40B4-BE49-F238E27FC236}">
                <a16:creationId xmlns:a16="http://schemas.microsoft.com/office/drawing/2014/main" id="{CD370ECB-1BE5-4A5E-8A96-65A213EF3975}"/>
              </a:ext>
            </a:extLst>
          </p:cNvPr>
          <p:cNvSpPr>
            <a:spLocks noGrp="1"/>
          </p:cNvSpPr>
          <p:nvPr>
            <p:ph sz="half" idx="2"/>
          </p:nvPr>
        </p:nvSpPr>
        <p:spPr>
          <a:xfrm>
            <a:off x="6938128" y="1295418"/>
            <a:ext cx="4415671" cy="4881545"/>
          </a:xfrm>
        </p:spPr>
        <p:txBody>
          <a:bodyPr/>
          <a:lstStyle/>
          <a:p>
            <a:pPr marL="0" indent="0">
              <a:buNone/>
            </a:pPr>
            <a:r>
              <a:rPr lang="en-IN" sz="2800" dirty="0">
                <a:latin typeface="Calibri" panose="020F0502020204030204" pitchFamily="34" charset="0"/>
                <a:ea typeface="Calibri" panose="020F0502020204030204" pitchFamily="34" charset="0"/>
                <a:cs typeface="Calibri" panose="020F0502020204030204" pitchFamily="34" charset="0"/>
              </a:rPr>
              <a:t>Workflow:</a:t>
            </a:r>
          </a:p>
        </p:txBody>
      </p:sp>
      <p:sp>
        <p:nvSpPr>
          <p:cNvPr id="5" name="Slide Number Placeholder 4">
            <a:extLst>
              <a:ext uri="{FF2B5EF4-FFF2-40B4-BE49-F238E27FC236}">
                <a16:creationId xmlns:a16="http://schemas.microsoft.com/office/drawing/2014/main" id="{E2540C1C-C54E-9E1A-6876-018FEAD1BEB0}"/>
              </a:ext>
            </a:extLst>
          </p:cNvPr>
          <p:cNvSpPr>
            <a:spLocks noGrp="1"/>
          </p:cNvSpPr>
          <p:nvPr>
            <p:ph type="sldNum" sz="quarter" idx="10"/>
          </p:nvPr>
        </p:nvSpPr>
        <p:spPr/>
        <p:txBody>
          <a:bodyPr/>
          <a:lstStyle/>
          <a:p>
            <a:pPr>
              <a:defRPr/>
            </a:pPr>
            <a:fld id="{986CA2C6-9170-48C8-A402-854BE668C3D3}" type="slidenum">
              <a:rPr lang="en-US" altLang="en-US" smtClean="0"/>
              <a:pPr>
                <a:defRPr/>
              </a:pPr>
              <a:t>4</a:t>
            </a:fld>
            <a:endParaRPr lang="en-US" altLang="en-US"/>
          </a:p>
        </p:txBody>
      </p:sp>
      <p:pic>
        <p:nvPicPr>
          <p:cNvPr id="6" name="Picture 1">
            <a:extLst>
              <a:ext uri="{FF2B5EF4-FFF2-40B4-BE49-F238E27FC236}">
                <a16:creationId xmlns:a16="http://schemas.microsoft.com/office/drawing/2014/main" id="{C29F3D16-A212-550C-F778-F59A236E174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38128" y="1818899"/>
            <a:ext cx="4972356" cy="42298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1798706"/>
      </p:ext>
    </p:extLst>
  </p:cSld>
  <p:clrMapOvr>
    <a:masterClrMapping/>
  </p:clrMapOvr>
  <p:transition spd="slow">
    <p:cove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2DDB4-AD8B-7BA1-2A9C-0AB2E6AA1815}"/>
              </a:ext>
            </a:extLst>
          </p:cNvPr>
          <p:cNvSpPr>
            <a:spLocks noGrp="1"/>
          </p:cNvSpPr>
          <p:nvPr>
            <p:ph type="title"/>
          </p:nvPr>
        </p:nvSpPr>
        <p:spPr/>
        <p:txBody>
          <a:bodyPr/>
          <a:lstStyle/>
          <a:p>
            <a:r>
              <a:rPr lang="en-IN" sz="3200" dirty="0">
                <a:latin typeface="Calibri" panose="020F0502020204030204" pitchFamily="34" charset="0"/>
                <a:ea typeface="Calibri" panose="020F0502020204030204" pitchFamily="34" charset="0"/>
                <a:cs typeface="Calibri" panose="020F0502020204030204" pitchFamily="34" charset="0"/>
              </a:rPr>
              <a:t>Results and Discussion</a:t>
            </a:r>
            <a:endParaRPr lang="en-IN" sz="3200" dirty="0"/>
          </a:p>
        </p:txBody>
      </p:sp>
      <p:sp>
        <p:nvSpPr>
          <p:cNvPr id="4" name="Content Placeholder 3">
            <a:extLst>
              <a:ext uri="{FF2B5EF4-FFF2-40B4-BE49-F238E27FC236}">
                <a16:creationId xmlns:a16="http://schemas.microsoft.com/office/drawing/2014/main" id="{DB4B1FB3-09D5-CA7D-2191-55F71F08E4D8}"/>
              </a:ext>
            </a:extLst>
          </p:cNvPr>
          <p:cNvSpPr>
            <a:spLocks noGrp="1"/>
          </p:cNvSpPr>
          <p:nvPr>
            <p:ph sz="half" idx="2"/>
          </p:nvPr>
        </p:nvSpPr>
        <p:spPr>
          <a:xfrm>
            <a:off x="775125" y="1690689"/>
            <a:ext cx="5158316" cy="3684588"/>
          </a:xfrm>
        </p:spPr>
        <p:txBody>
          <a:bodyPr/>
          <a:lstStyle/>
          <a:p>
            <a:pPr marL="0" marR="0" lvl="0" indent="0" algn="l" defTabSz="914400" rtl="0" eaLnBrk="0" fontAlgn="base" latinLnBrk="0" hangingPunct="0">
              <a:lnSpc>
                <a:spcPct val="100000"/>
              </a:lnSpc>
              <a:spcBef>
                <a:spcPct val="0"/>
              </a:spcBef>
              <a:spcAft>
                <a:spcPct val="0"/>
              </a:spcAft>
              <a:buClrTx/>
              <a:buSzTx/>
              <a:buFontTx/>
              <a:buChar char="•"/>
              <a:tabLst/>
            </a:pPr>
            <a:r>
              <a:rPr lang="en-IN" sz="2800" dirty="0">
                <a:latin typeface="Calibri" panose="020F0502020204030204" pitchFamily="34" charset="0"/>
                <a:ea typeface="Calibri" panose="020F0502020204030204" pitchFamily="34" charset="0"/>
                <a:cs typeface="Calibri" panose="020F0502020204030204" pitchFamily="34" charset="0"/>
              </a:rPr>
              <a:t>Key Metrics:</a:t>
            </a:r>
          </a:p>
          <a:p>
            <a:pPr lvl="1" eaLnBrk="0" fontAlgn="base" hangingPunct="0">
              <a:spcBef>
                <a:spcPct val="0"/>
              </a:spcBef>
              <a:spcAft>
                <a:spcPct val="0"/>
              </a:spcAft>
              <a:buFontTx/>
              <a:buChar char="•"/>
            </a:pPr>
            <a:r>
              <a:rPr lang="en-US" sz="2400" dirty="0" err="1">
                <a:latin typeface="Calibri" panose="020F0502020204030204" pitchFamily="34" charset="0"/>
                <a:ea typeface="Calibri" panose="020F0502020204030204" pitchFamily="34" charset="0"/>
                <a:cs typeface="Calibri" panose="020F0502020204030204" pitchFamily="34" charset="0"/>
              </a:rPr>
              <a:t>ViT</a:t>
            </a:r>
            <a:r>
              <a:rPr lang="en-US" sz="2400" dirty="0">
                <a:latin typeface="Calibri" panose="020F0502020204030204" pitchFamily="34" charset="0"/>
                <a:ea typeface="Calibri" panose="020F0502020204030204" pitchFamily="34" charset="0"/>
                <a:cs typeface="Calibri" panose="020F0502020204030204" pitchFamily="34" charset="0"/>
              </a:rPr>
              <a:t> achieved Training Accuracy: 99.28%, Testing Accuracy: 98.15%.</a:t>
            </a:r>
            <a:endParaRPr lang="en-IN" sz="2400" dirty="0">
              <a:latin typeface="Calibri" panose="020F0502020204030204" pitchFamily="34" charset="0"/>
              <a:ea typeface="Calibri" panose="020F0502020204030204" pitchFamily="34" charset="0"/>
              <a:cs typeface="Calibri" panose="020F0502020204030204" pitchFamily="34" charset="0"/>
            </a:endParaRPr>
          </a:p>
          <a:p>
            <a:pPr lvl="1" eaLnBrk="0" fontAlgn="base" hangingPunct="0">
              <a:spcBef>
                <a:spcPct val="0"/>
              </a:spcBef>
              <a:spcAft>
                <a:spcPct val="0"/>
              </a:spcAft>
              <a:buFontTx/>
              <a:buChar char="•"/>
            </a:pPr>
            <a:r>
              <a:rPr lang="en-US" sz="2400" dirty="0">
                <a:latin typeface="Calibri" panose="020F0502020204030204" pitchFamily="34" charset="0"/>
                <a:ea typeface="Calibri" panose="020F0502020204030204" pitchFamily="34" charset="0"/>
                <a:cs typeface="Calibri" panose="020F0502020204030204" pitchFamily="34" charset="0"/>
              </a:rPr>
              <a:t>Outperformed CNNs in precision, recall, and F1-score.</a:t>
            </a:r>
            <a:endParaRPr lang="en-US" sz="20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buFontTx/>
              <a:buChar char="•"/>
            </a:pPr>
            <a:r>
              <a:rPr lang="en-IN" sz="2800" dirty="0">
                <a:latin typeface="Calibri" panose="020F0502020204030204" pitchFamily="34" charset="0"/>
                <a:ea typeface="Calibri" panose="020F0502020204030204" pitchFamily="34" charset="0"/>
                <a:cs typeface="Calibri" panose="020F0502020204030204" pitchFamily="34" charset="0"/>
              </a:rPr>
              <a:t>Visuals:</a:t>
            </a:r>
            <a:endParaRPr lang="en-IN" sz="2400" dirty="0">
              <a:latin typeface="Calibri" panose="020F0502020204030204" pitchFamily="34" charset="0"/>
              <a:ea typeface="Calibri" panose="020F0502020204030204" pitchFamily="34" charset="0"/>
              <a:cs typeface="Calibri" panose="020F0502020204030204" pitchFamily="34" charset="0"/>
            </a:endParaRPr>
          </a:p>
          <a:p>
            <a:pPr lvl="1" eaLnBrk="0" fontAlgn="base" hangingPunct="0">
              <a:spcBef>
                <a:spcPct val="0"/>
              </a:spcBef>
              <a:spcAft>
                <a:spcPct val="0"/>
              </a:spcAft>
              <a:buFontTx/>
              <a:buChar char="•"/>
            </a:pPr>
            <a:r>
              <a:rPr lang="en-US" sz="2400" dirty="0">
                <a:latin typeface="Calibri" panose="020F0502020204030204" pitchFamily="34" charset="0"/>
                <a:ea typeface="Calibri" panose="020F0502020204030204" pitchFamily="34" charset="0"/>
                <a:cs typeface="Calibri" panose="020F0502020204030204" pitchFamily="34" charset="0"/>
              </a:rPr>
              <a:t>Training and testing Accuracy Chart (</a:t>
            </a:r>
            <a:r>
              <a:rPr lang="en-US" sz="2400" dirty="0" err="1">
                <a:latin typeface="Calibri" panose="020F0502020204030204" pitchFamily="34" charset="0"/>
                <a:ea typeface="Calibri" panose="020F0502020204030204" pitchFamily="34" charset="0"/>
                <a:cs typeface="Calibri" panose="020F0502020204030204" pitchFamily="34" charset="0"/>
              </a:rPr>
              <a:t>ViT</a:t>
            </a:r>
            <a:r>
              <a:rPr lang="en-US" sz="2400" dirty="0">
                <a:latin typeface="Calibri" panose="020F0502020204030204" pitchFamily="34" charset="0"/>
                <a:ea typeface="Calibri" panose="020F0502020204030204" pitchFamily="34" charset="0"/>
                <a:cs typeface="Calibri" panose="020F0502020204030204" pitchFamily="34" charset="0"/>
              </a:rPr>
              <a:t>: Better generalization).</a:t>
            </a:r>
            <a:endParaRPr lang="en-IN" sz="2400" dirty="0">
              <a:latin typeface="Calibri" panose="020F0502020204030204" pitchFamily="34" charset="0"/>
              <a:ea typeface="Calibri" panose="020F0502020204030204" pitchFamily="34" charset="0"/>
              <a:cs typeface="Calibri" panose="020F0502020204030204" pitchFamily="34" charset="0"/>
            </a:endParaRPr>
          </a:p>
          <a:p>
            <a:pPr eaLnBrk="0" fontAlgn="base" hangingPunct="0">
              <a:spcBef>
                <a:spcPct val="0"/>
              </a:spcBef>
              <a:spcAft>
                <a:spcPct val="0"/>
              </a:spcAft>
            </a:pPr>
            <a:endParaRPr lang="en-US" sz="2000" dirty="0">
              <a:latin typeface="Calibri" panose="020F0502020204030204" pitchFamily="34" charset="0"/>
              <a:ea typeface="Calibri" panose="020F0502020204030204" pitchFamily="34" charset="0"/>
              <a:cs typeface="Calibri" panose="020F0502020204030204" pitchFamily="34" charset="0"/>
            </a:endParaRPr>
          </a:p>
          <a:p>
            <a:endParaRPr lang="en-IN" dirty="0"/>
          </a:p>
        </p:txBody>
      </p:sp>
      <p:sp>
        <p:nvSpPr>
          <p:cNvPr id="5" name="Text Placeholder 4">
            <a:extLst>
              <a:ext uri="{FF2B5EF4-FFF2-40B4-BE49-F238E27FC236}">
                <a16:creationId xmlns:a16="http://schemas.microsoft.com/office/drawing/2014/main" id="{E229D05E-BB91-25B1-DEDB-BC85A7B29C6B}"/>
              </a:ext>
            </a:extLst>
          </p:cNvPr>
          <p:cNvSpPr>
            <a:spLocks noGrp="1"/>
          </p:cNvSpPr>
          <p:nvPr>
            <p:ph type="body" sz="quarter" idx="3"/>
          </p:nvPr>
        </p:nvSpPr>
        <p:spPr>
          <a:xfrm>
            <a:off x="6258561" y="1822919"/>
            <a:ext cx="5183717" cy="392734"/>
          </a:xfrm>
        </p:spPr>
        <p:txBody>
          <a:bodyPr/>
          <a:lstStyle/>
          <a:p>
            <a:r>
              <a:rPr lang="en-IN" sz="2800" b="0" dirty="0">
                <a:latin typeface="Calibri" panose="020F0502020204030204" pitchFamily="34" charset="0"/>
                <a:ea typeface="Calibri" panose="020F0502020204030204" pitchFamily="34" charset="0"/>
                <a:cs typeface="Calibri" panose="020F0502020204030204" pitchFamily="34" charset="0"/>
              </a:rPr>
              <a:t>Comparison:</a:t>
            </a:r>
          </a:p>
        </p:txBody>
      </p:sp>
      <p:pic>
        <p:nvPicPr>
          <p:cNvPr id="9" name="Content Placeholder 8">
            <a:extLst>
              <a:ext uri="{FF2B5EF4-FFF2-40B4-BE49-F238E27FC236}">
                <a16:creationId xmlns:a16="http://schemas.microsoft.com/office/drawing/2014/main" id="{4FFC39F9-3F22-01CF-5C70-1C3223D95929}"/>
              </a:ext>
            </a:extLst>
          </p:cNvPr>
          <p:cNvPicPr>
            <a:picLocks noGrp="1" noChangeAspect="1"/>
          </p:cNvPicPr>
          <p:nvPr>
            <p:ph sz="quarter" idx="4"/>
          </p:nvPr>
        </p:nvPicPr>
        <p:blipFill>
          <a:blip r:embed="rId3">
            <a:extLst>
              <a:ext uri="{28A0092B-C50C-407E-A947-70E740481C1C}">
                <a14:useLocalDpi xmlns:a14="http://schemas.microsoft.com/office/drawing/2010/main" val="0"/>
              </a:ext>
            </a:extLst>
          </a:blip>
          <a:stretch>
            <a:fillRect/>
          </a:stretch>
        </p:blipFill>
        <p:spPr>
          <a:xfrm>
            <a:off x="6172200" y="2347883"/>
            <a:ext cx="5657000" cy="3395723"/>
          </a:xfrm>
        </p:spPr>
      </p:pic>
      <p:sp>
        <p:nvSpPr>
          <p:cNvPr id="7" name="Slide Number Placeholder 6">
            <a:extLst>
              <a:ext uri="{FF2B5EF4-FFF2-40B4-BE49-F238E27FC236}">
                <a16:creationId xmlns:a16="http://schemas.microsoft.com/office/drawing/2014/main" id="{6B4137A7-2C63-2178-34A0-59883C3C01A5}"/>
              </a:ext>
            </a:extLst>
          </p:cNvPr>
          <p:cNvSpPr>
            <a:spLocks noGrp="1"/>
          </p:cNvSpPr>
          <p:nvPr>
            <p:ph type="sldNum" sz="quarter" idx="10"/>
          </p:nvPr>
        </p:nvSpPr>
        <p:spPr/>
        <p:txBody>
          <a:bodyPr/>
          <a:lstStyle/>
          <a:p>
            <a:pPr>
              <a:defRPr/>
            </a:pPr>
            <a:fld id="{6C6B01F7-C5F5-447A-B3C6-DD8504A39F89}" type="slidenum">
              <a:rPr lang="en-US" altLang="en-US" smtClean="0"/>
              <a:pPr>
                <a:defRPr/>
              </a:pPr>
              <a:t>5</a:t>
            </a:fld>
            <a:endParaRPr lang="en-US" altLang="en-US"/>
          </a:p>
        </p:txBody>
      </p:sp>
    </p:spTree>
    <p:extLst>
      <p:ext uri="{BB962C8B-B14F-4D97-AF65-F5344CB8AC3E}">
        <p14:creationId xmlns:p14="http://schemas.microsoft.com/office/powerpoint/2010/main" val="4175862572"/>
      </p:ext>
    </p:extLst>
  </p:cSld>
  <p:clrMapOvr>
    <a:masterClrMapping/>
  </p:clrMapOvr>
  <p:transition spd="slow">
    <p:cove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6A68-C11F-DBE5-B932-A8B94082B826}"/>
              </a:ext>
            </a:extLst>
          </p:cNvPr>
          <p:cNvSpPr>
            <a:spLocks noGrp="1"/>
          </p:cNvSpPr>
          <p:nvPr>
            <p:ph type="title"/>
          </p:nvPr>
        </p:nvSpPr>
        <p:spPr/>
        <p:txBody>
          <a:bodyPr/>
          <a:lstStyle/>
          <a:p>
            <a:r>
              <a:rPr lang="en-IN" sz="3200" dirty="0">
                <a:latin typeface="Calibri" panose="020F0502020204030204" pitchFamily="34" charset="0"/>
                <a:ea typeface="Calibri" panose="020F0502020204030204" pitchFamily="34" charset="0"/>
                <a:cs typeface="Calibri" panose="020F0502020204030204" pitchFamily="34" charset="0"/>
              </a:rPr>
              <a:t>Future Research Directions</a:t>
            </a:r>
          </a:p>
        </p:txBody>
      </p:sp>
      <p:sp>
        <p:nvSpPr>
          <p:cNvPr id="3" name="Content Placeholder 2">
            <a:extLst>
              <a:ext uri="{FF2B5EF4-FFF2-40B4-BE49-F238E27FC236}">
                <a16:creationId xmlns:a16="http://schemas.microsoft.com/office/drawing/2014/main" id="{BA838AFC-A2D2-6A9E-27E9-2834C952CF78}"/>
              </a:ext>
            </a:extLst>
          </p:cNvPr>
          <p:cNvSpPr>
            <a:spLocks noGrp="1"/>
          </p:cNvSpPr>
          <p:nvPr>
            <p:ph idx="1"/>
          </p:nvPr>
        </p:nvSpPr>
        <p:spPr/>
        <p:txBody>
          <a:bodyPr/>
          <a:lstStyle/>
          <a:p>
            <a:r>
              <a:rPr lang="en-US" sz="2800" dirty="0">
                <a:latin typeface="Calibri" panose="020F0502020204030204" pitchFamily="34" charset="0"/>
                <a:ea typeface="Calibri" panose="020F0502020204030204" pitchFamily="34" charset="0"/>
                <a:cs typeface="Calibri" panose="020F0502020204030204" pitchFamily="34" charset="0"/>
              </a:rPr>
              <a:t>Data Augmentation: Use advanced techniques tailored for medical imaging.</a:t>
            </a:r>
          </a:p>
          <a:p>
            <a:r>
              <a:rPr lang="en-US" sz="2800" dirty="0">
                <a:latin typeface="Calibri" panose="020F0502020204030204" pitchFamily="34" charset="0"/>
                <a:ea typeface="Calibri" panose="020F0502020204030204" pitchFamily="34" charset="0"/>
                <a:cs typeface="Calibri" panose="020F0502020204030204" pitchFamily="34" charset="0"/>
              </a:rPr>
              <a:t>Explainability: Enhance </a:t>
            </a:r>
            <a:r>
              <a:rPr lang="en-US" sz="2800" dirty="0" err="1">
                <a:latin typeface="Calibri" panose="020F0502020204030204" pitchFamily="34" charset="0"/>
                <a:ea typeface="Calibri" panose="020F0502020204030204" pitchFamily="34" charset="0"/>
                <a:cs typeface="Calibri" panose="020F0502020204030204" pitchFamily="34" charset="0"/>
              </a:rPr>
              <a:t>ViT</a:t>
            </a:r>
            <a:r>
              <a:rPr lang="en-US" sz="2800" dirty="0">
                <a:latin typeface="Calibri" panose="020F0502020204030204" pitchFamily="34" charset="0"/>
                <a:ea typeface="Calibri" panose="020F0502020204030204" pitchFamily="34" charset="0"/>
                <a:cs typeface="Calibri" panose="020F0502020204030204" pitchFamily="34" charset="0"/>
              </a:rPr>
              <a:t> interpretability for clinical trust.</a:t>
            </a:r>
          </a:p>
          <a:p>
            <a:r>
              <a:rPr lang="en-US" sz="2800" dirty="0">
                <a:latin typeface="Calibri" panose="020F0502020204030204" pitchFamily="34" charset="0"/>
                <a:ea typeface="Calibri" panose="020F0502020204030204" pitchFamily="34" charset="0"/>
                <a:cs typeface="Calibri" panose="020F0502020204030204" pitchFamily="34" charset="0"/>
              </a:rPr>
              <a:t>Hybrid Models: Combine CNNs and </a:t>
            </a:r>
            <a:r>
              <a:rPr lang="en-US" sz="2800" dirty="0" err="1">
                <a:latin typeface="Calibri" panose="020F0502020204030204" pitchFamily="34" charset="0"/>
                <a:ea typeface="Calibri" panose="020F0502020204030204" pitchFamily="34" charset="0"/>
                <a:cs typeface="Calibri" panose="020F0502020204030204" pitchFamily="34" charset="0"/>
              </a:rPr>
              <a:t>ViTs</a:t>
            </a:r>
            <a:r>
              <a:rPr lang="en-US" sz="2800" dirty="0">
                <a:latin typeface="Calibri" panose="020F0502020204030204" pitchFamily="34" charset="0"/>
                <a:ea typeface="Calibri" panose="020F0502020204030204" pitchFamily="34" charset="0"/>
                <a:cs typeface="Calibri" panose="020F0502020204030204" pitchFamily="34" charset="0"/>
              </a:rPr>
              <a:t> for local and global feature extraction.</a:t>
            </a:r>
          </a:p>
          <a:p>
            <a:r>
              <a:rPr lang="en-IN" sz="2800" dirty="0">
                <a:latin typeface="Calibri" panose="020F0502020204030204" pitchFamily="34" charset="0"/>
                <a:ea typeface="Calibri" panose="020F0502020204030204" pitchFamily="34" charset="0"/>
                <a:cs typeface="Calibri" panose="020F0502020204030204" pitchFamily="34" charset="0"/>
              </a:rPr>
              <a:t>Real-Time Implementation: Optimize </a:t>
            </a:r>
            <a:r>
              <a:rPr lang="en-IN" sz="2800" dirty="0" err="1">
                <a:latin typeface="Calibri" panose="020F0502020204030204" pitchFamily="34" charset="0"/>
                <a:ea typeface="Calibri" panose="020F0502020204030204" pitchFamily="34" charset="0"/>
                <a:cs typeface="Calibri" panose="020F0502020204030204" pitchFamily="34" charset="0"/>
              </a:rPr>
              <a:t>ViTs</a:t>
            </a:r>
            <a:r>
              <a:rPr lang="en-IN" sz="2800" dirty="0">
                <a:latin typeface="Calibri" panose="020F0502020204030204" pitchFamily="34" charset="0"/>
                <a:ea typeface="Calibri" panose="020F0502020204030204" pitchFamily="34" charset="0"/>
                <a:cs typeface="Calibri" panose="020F0502020204030204" pitchFamily="34" charset="0"/>
              </a:rPr>
              <a:t> for resource-constrained environments.</a:t>
            </a:r>
          </a:p>
        </p:txBody>
      </p:sp>
      <p:sp>
        <p:nvSpPr>
          <p:cNvPr id="4" name="Slide Number Placeholder 3">
            <a:extLst>
              <a:ext uri="{FF2B5EF4-FFF2-40B4-BE49-F238E27FC236}">
                <a16:creationId xmlns:a16="http://schemas.microsoft.com/office/drawing/2014/main" id="{D5F32759-BCD9-E594-B93C-B46AB1775D67}"/>
              </a:ext>
            </a:extLst>
          </p:cNvPr>
          <p:cNvSpPr>
            <a:spLocks noGrp="1"/>
          </p:cNvSpPr>
          <p:nvPr>
            <p:ph type="sldNum" sz="quarter" idx="10"/>
          </p:nvPr>
        </p:nvSpPr>
        <p:spPr/>
        <p:txBody>
          <a:bodyPr/>
          <a:lstStyle/>
          <a:p>
            <a:pPr>
              <a:defRPr/>
            </a:pPr>
            <a:fld id="{20531288-2EDE-46F3-90C4-986731F85F58}" type="slidenum">
              <a:rPr lang="en-US" altLang="en-US" smtClean="0"/>
              <a:pPr>
                <a:defRPr/>
              </a:pPr>
              <a:t>6</a:t>
            </a:fld>
            <a:endParaRPr lang="en-US" altLang="en-US"/>
          </a:p>
        </p:txBody>
      </p:sp>
    </p:spTree>
    <p:extLst>
      <p:ext uri="{BB962C8B-B14F-4D97-AF65-F5344CB8AC3E}">
        <p14:creationId xmlns:p14="http://schemas.microsoft.com/office/powerpoint/2010/main" val="1151700462"/>
      </p:ext>
    </p:extLst>
  </p:cSld>
  <p:clrMapOvr>
    <a:masterClrMapping/>
  </p:clrMapOvr>
  <p:transition spd="slow">
    <p:cove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868215-D29C-C8A5-93F4-9F8E371205E7}"/>
              </a:ext>
            </a:extLst>
          </p:cNvPr>
          <p:cNvSpPr>
            <a:spLocks noGrp="1"/>
          </p:cNvSpPr>
          <p:nvPr>
            <p:ph type="title"/>
          </p:nvPr>
        </p:nvSpPr>
        <p:spPr/>
        <p:txBody>
          <a:bodyPr/>
          <a:lstStyle/>
          <a:p>
            <a:r>
              <a:rPr lang="en-IN" sz="3200" dirty="0">
                <a:latin typeface="Calibri" panose="020F0502020204030204" pitchFamily="34" charset="0"/>
                <a:ea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C91CE9A9-D430-2492-8635-B00AF9956AA6}"/>
              </a:ext>
            </a:extLst>
          </p:cNvPr>
          <p:cNvSpPr>
            <a:spLocks noGrp="1"/>
          </p:cNvSpPr>
          <p:nvPr>
            <p:ph idx="1"/>
          </p:nvPr>
        </p:nvSpPr>
        <p:spPr>
          <a:xfrm>
            <a:off x="838200" y="1665700"/>
            <a:ext cx="9078798" cy="4351338"/>
          </a:xfrm>
        </p:spPr>
        <p:txBody>
          <a:bodyPr/>
          <a:lstStyle/>
          <a:p>
            <a:r>
              <a:rPr lang="en-IN" sz="2800" dirty="0">
                <a:latin typeface="Calibri" panose="020F0502020204030204" pitchFamily="34" charset="0"/>
                <a:ea typeface="Calibri" panose="020F0502020204030204" pitchFamily="34" charset="0"/>
                <a:cs typeface="Calibri" panose="020F0502020204030204" pitchFamily="34" charset="0"/>
              </a:rPr>
              <a:t>Findings:</a:t>
            </a:r>
          </a:p>
          <a:p>
            <a:pPr lvl="1">
              <a:buFont typeface="Arial" panose="020B0604020202020204" pitchFamily="34" charset="0"/>
              <a:buChar char="•"/>
            </a:pPr>
            <a:r>
              <a:rPr lang="en-US" sz="2400" dirty="0" err="1">
                <a:latin typeface="Calibri" panose="020F0502020204030204" pitchFamily="34" charset="0"/>
                <a:ea typeface="Calibri" panose="020F0502020204030204" pitchFamily="34" charset="0"/>
                <a:cs typeface="Calibri" panose="020F0502020204030204" pitchFamily="34" charset="0"/>
              </a:rPr>
              <a:t>ViTs</a:t>
            </a:r>
            <a:r>
              <a:rPr lang="en-US" sz="2400" dirty="0">
                <a:latin typeface="Calibri" panose="020F0502020204030204" pitchFamily="34" charset="0"/>
                <a:ea typeface="Calibri" panose="020F0502020204030204" pitchFamily="34" charset="0"/>
                <a:cs typeface="Calibri" panose="020F0502020204030204" pitchFamily="34" charset="0"/>
              </a:rPr>
              <a:t> demonstrate high accuracy, precision, and recall.</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Effective for real-world medical imaging applications.</a:t>
            </a:r>
          </a:p>
          <a:p>
            <a:pPr marL="457200" lvl="1" indent="0">
              <a:buNone/>
            </a:pPr>
            <a:endParaRPr lang="en-US" sz="2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IN" sz="2800" dirty="0">
                <a:latin typeface="Calibri" panose="020F0502020204030204" pitchFamily="34" charset="0"/>
                <a:ea typeface="Calibri" panose="020F0502020204030204" pitchFamily="34" charset="0"/>
                <a:cs typeface="Calibri" panose="020F0502020204030204" pitchFamily="34" charset="0"/>
              </a:rPr>
              <a:t>Future Work:</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Address data imbalance and computational efficiency.</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Explore hybrid and transfer learning strategies.</a:t>
            </a:r>
            <a:endParaRPr lang="en-IN" sz="24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ABE84690-7C30-8C14-668C-089966C874D2}"/>
              </a:ext>
            </a:extLst>
          </p:cNvPr>
          <p:cNvSpPr>
            <a:spLocks noGrp="1"/>
          </p:cNvSpPr>
          <p:nvPr>
            <p:ph type="sldNum" sz="quarter" idx="10"/>
          </p:nvPr>
        </p:nvSpPr>
        <p:spPr/>
        <p:txBody>
          <a:bodyPr/>
          <a:lstStyle/>
          <a:p>
            <a:pPr>
              <a:defRPr/>
            </a:pPr>
            <a:fld id="{20531288-2EDE-46F3-90C4-986731F85F58}" type="slidenum">
              <a:rPr lang="en-US" altLang="en-US" smtClean="0"/>
              <a:pPr>
                <a:defRPr/>
              </a:pPr>
              <a:t>7</a:t>
            </a:fld>
            <a:endParaRPr lang="en-US" altLang="en-US"/>
          </a:p>
        </p:txBody>
      </p:sp>
    </p:spTree>
    <p:extLst>
      <p:ext uri="{BB962C8B-B14F-4D97-AF65-F5344CB8AC3E}">
        <p14:creationId xmlns:p14="http://schemas.microsoft.com/office/powerpoint/2010/main" val="3049915087"/>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6AB4-7767-F269-326E-A56B269D165D}"/>
              </a:ext>
            </a:extLst>
          </p:cNvPr>
          <p:cNvSpPr>
            <a:spLocks noGrp="1"/>
          </p:cNvSpPr>
          <p:nvPr>
            <p:ph type="title"/>
          </p:nvPr>
        </p:nvSpPr>
        <p:spPr/>
        <p:txBody>
          <a:bodyPr/>
          <a:lstStyle/>
          <a:p>
            <a:r>
              <a:rPr lang="en-IN" sz="3200" dirty="0">
                <a:latin typeface="Calibri" panose="020F0502020204030204" pitchFamily="34" charset="0"/>
                <a:ea typeface="Calibri" panose="020F0502020204030204" pitchFamily="34" charset="0"/>
                <a:cs typeface="Calibri" panose="020F0502020204030204" pitchFamily="34" charset="0"/>
              </a:rPr>
              <a:t>References</a:t>
            </a:r>
          </a:p>
        </p:txBody>
      </p:sp>
      <p:sp>
        <p:nvSpPr>
          <p:cNvPr id="3" name="Content Placeholder 2">
            <a:extLst>
              <a:ext uri="{FF2B5EF4-FFF2-40B4-BE49-F238E27FC236}">
                <a16:creationId xmlns:a16="http://schemas.microsoft.com/office/drawing/2014/main" id="{9399963E-5EDA-5AA7-4CA1-48AEB3D797DF}"/>
              </a:ext>
            </a:extLst>
          </p:cNvPr>
          <p:cNvSpPr>
            <a:spLocks noGrp="1"/>
          </p:cNvSpPr>
          <p:nvPr>
            <p:ph idx="1"/>
          </p:nvPr>
        </p:nvSpPr>
        <p:spPr>
          <a:xfrm>
            <a:off x="838200" y="1253331"/>
            <a:ext cx="10515600" cy="4351338"/>
          </a:xfrm>
        </p:spPr>
        <p:txBody>
          <a:bodyPr/>
          <a:lstStyle/>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[1]	</a:t>
            </a:r>
            <a:r>
              <a:rPr lang="en-IN" sz="2000" dirty="0" err="1">
                <a:latin typeface="Calibri" panose="020F0502020204030204" pitchFamily="34" charset="0"/>
                <a:ea typeface="Calibri" panose="020F0502020204030204" pitchFamily="34" charset="0"/>
                <a:cs typeface="Calibri" panose="020F0502020204030204" pitchFamily="34" charset="0"/>
              </a:rPr>
              <a:t>Kermany</a:t>
            </a:r>
            <a:r>
              <a:rPr lang="en-IN" sz="2000" dirty="0">
                <a:latin typeface="Calibri" panose="020F0502020204030204" pitchFamily="34" charset="0"/>
                <a:ea typeface="Calibri" panose="020F0502020204030204" pitchFamily="34" charset="0"/>
                <a:cs typeface="Calibri" panose="020F0502020204030204" pitchFamily="34" charset="0"/>
              </a:rPr>
              <a:t>, Daniel; Zhang, Kang; Goldbaum, Michael (2018), "</a:t>
            </a:r>
            <a:r>
              <a:rPr lang="en-IN" sz="2000" dirty="0" err="1">
                <a:latin typeface="Calibri" panose="020F0502020204030204" pitchFamily="34" charset="0"/>
                <a:ea typeface="Calibri" panose="020F0502020204030204" pitchFamily="34" charset="0"/>
                <a:cs typeface="Calibri" panose="020F0502020204030204" pitchFamily="34" charset="0"/>
              </a:rPr>
              <a:t>Labeled</a:t>
            </a:r>
            <a:r>
              <a:rPr lang="en-IN" sz="2000" dirty="0">
                <a:latin typeface="Calibri" panose="020F0502020204030204" pitchFamily="34" charset="0"/>
                <a:ea typeface="Calibri" panose="020F0502020204030204" pitchFamily="34" charset="0"/>
                <a:cs typeface="Calibri" panose="020F0502020204030204" pitchFamily="34" charset="0"/>
              </a:rPr>
              <a:t> Optical Coherence Tomography (OCT) and Chest X- Ray Images for Classification", Mendeley Data, v2</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[2]	Tyagi, K., Pathak, G., Nijhawan, R., &amp; Mittal, A. (2021, December). Detecting pneumonia using vision transformer and comparing with other techniques. In 2021 5th international conference on electronics, communication and aerospace technology (ICECA) (pp. 12-16). </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[3]	Singh, S., Kumar, M., Kumar, A., Verma, B. K., Abhishek, K., &amp; </a:t>
            </a:r>
            <a:r>
              <a:rPr lang="en-IN" sz="2000" dirty="0" err="1">
                <a:latin typeface="Calibri" panose="020F0502020204030204" pitchFamily="34" charset="0"/>
                <a:ea typeface="Calibri" panose="020F0502020204030204" pitchFamily="34" charset="0"/>
                <a:cs typeface="Calibri" panose="020F0502020204030204" pitchFamily="34" charset="0"/>
              </a:rPr>
              <a:t>Selvarajan</a:t>
            </a:r>
            <a:r>
              <a:rPr lang="en-IN" sz="2000" dirty="0">
                <a:latin typeface="Calibri" panose="020F0502020204030204" pitchFamily="34" charset="0"/>
                <a:ea typeface="Calibri" panose="020F0502020204030204" pitchFamily="34" charset="0"/>
                <a:cs typeface="Calibri" panose="020F0502020204030204" pitchFamily="34" charset="0"/>
              </a:rPr>
              <a:t>, S. (2024). Efficient pneumonia detection using Vision Transformers on chest X-rays. Scientific Reports, 14(1), 2487.</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[4]	Wang, T., </a:t>
            </a:r>
            <a:r>
              <a:rPr lang="en-IN" sz="2000" dirty="0" err="1">
                <a:latin typeface="Calibri" panose="020F0502020204030204" pitchFamily="34" charset="0"/>
                <a:ea typeface="Calibri" panose="020F0502020204030204" pitchFamily="34" charset="0"/>
                <a:cs typeface="Calibri" panose="020F0502020204030204" pitchFamily="34" charset="0"/>
              </a:rPr>
              <a:t>Nie</a:t>
            </a:r>
            <a:r>
              <a:rPr lang="en-IN" sz="2000" dirty="0">
                <a:latin typeface="Calibri" panose="020F0502020204030204" pitchFamily="34" charset="0"/>
                <a:ea typeface="Calibri" panose="020F0502020204030204" pitchFamily="34" charset="0"/>
                <a:cs typeface="Calibri" panose="020F0502020204030204" pitchFamily="34" charset="0"/>
              </a:rPr>
              <a:t>, Z., Wang, R., Xu, Q., Huang, H., Xu, H., ... &amp; Liu, X. J. (2023). </a:t>
            </a:r>
            <a:r>
              <a:rPr lang="en-IN" sz="2000" dirty="0" err="1">
                <a:latin typeface="Calibri" panose="020F0502020204030204" pitchFamily="34" charset="0"/>
                <a:ea typeface="Calibri" panose="020F0502020204030204" pitchFamily="34" charset="0"/>
                <a:cs typeface="Calibri" panose="020F0502020204030204" pitchFamily="34" charset="0"/>
              </a:rPr>
              <a:t>PneuNet</a:t>
            </a:r>
            <a:r>
              <a:rPr lang="en-IN" sz="2000" dirty="0">
                <a:latin typeface="Calibri" panose="020F0502020204030204" pitchFamily="34" charset="0"/>
                <a:ea typeface="Calibri" panose="020F0502020204030204" pitchFamily="34" charset="0"/>
                <a:cs typeface="Calibri" panose="020F0502020204030204" pitchFamily="34" charset="0"/>
              </a:rPr>
              <a:t>: deep learning for COVID-19 pneumonia diagnosis on chest X-ray image analysis using Vision Transformer. Medical &amp; Biological Engineering &amp; Computing, 61(6), 1395-1408.</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[5]	</a:t>
            </a:r>
            <a:r>
              <a:rPr lang="en-IN" sz="2000" dirty="0" err="1">
                <a:latin typeface="Calibri" panose="020F0502020204030204" pitchFamily="34" charset="0"/>
                <a:ea typeface="Calibri" panose="020F0502020204030204" pitchFamily="34" charset="0"/>
                <a:cs typeface="Calibri" panose="020F0502020204030204" pitchFamily="34" charset="0"/>
              </a:rPr>
              <a:t>Raghaw</a:t>
            </a:r>
            <a:r>
              <a:rPr lang="en-IN" sz="2000" dirty="0">
                <a:latin typeface="Calibri" panose="020F0502020204030204" pitchFamily="34" charset="0"/>
                <a:ea typeface="Calibri" panose="020F0502020204030204" pitchFamily="34" charset="0"/>
                <a:cs typeface="Calibri" panose="020F0502020204030204" pitchFamily="34" charset="0"/>
              </a:rPr>
              <a:t>, C. S., </a:t>
            </a:r>
            <a:r>
              <a:rPr lang="en-IN" sz="2000" dirty="0" err="1">
                <a:latin typeface="Calibri" panose="020F0502020204030204" pitchFamily="34" charset="0"/>
                <a:ea typeface="Calibri" panose="020F0502020204030204" pitchFamily="34" charset="0"/>
                <a:cs typeface="Calibri" panose="020F0502020204030204" pitchFamily="34" charset="0"/>
              </a:rPr>
              <a:t>Bhore</a:t>
            </a:r>
            <a:r>
              <a:rPr lang="en-IN" sz="2000" dirty="0">
                <a:latin typeface="Calibri" panose="020F0502020204030204" pitchFamily="34" charset="0"/>
                <a:ea typeface="Calibri" panose="020F0502020204030204" pitchFamily="34" charset="0"/>
                <a:cs typeface="Calibri" panose="020F0502020204030204" pitchFamily="34" charset="0"/>
              </a:rPr>
              <a:t>, P. S., Rehman, M. Z. U., &amp; Kumar, N. (2024). An Explainable Contrastive-based Dilated Convolutional Network with Transformer for </a:t>
            </a:r>
            <a:r>
              <a:rPr lang="en-IN" sz="2000" dirty="0" err="1">
                <a:latin typeface="Calibri" panose="020F0502020204030204" pitchFamily="34" charset="0"/>
                <a:ea typeface="Calibri" panose="020F0502020204030204" pitchFamily="34" charset="0"/>
                <a:cs typeface="Calibri" panose="020F0502020204030204" pitchFamily="34" charset="0"/>
              </a:rPr>
              <a:t>pediatric</a:t>
            </a:r>
            <a:r>
              <a:rPr lang="en-IN" sz="2000" dirty="0">
                <a:latin typeface="Calibri" panose="020F0502020204030204" pitchFamily="34" charset="0"/>
                <a:ea typeface="Calibri" panose="020F0502020204030204" pitchFamily="34" charset="0"/>
                <a:cs typeface="Calibri" panose="020F0502020204030204" pitchFamily="34" charset="0"/>
              </a:rPr>
              <a:t> pneumonia detection. Applied Soft Computing, 112258.</a:t>
            </a:r>
          </a:p>
          <a:p>
            <a:pPr marL="0" indent="0">
              <a:buNone/>
            </a:pPr>
            <a:r>
              <a:rPr lang="en-IN" sz="2000" dirty="0">
                <a:latin typeface="Calibri" panose="020F0502020204030204" pitchFamily="34" charset="0"/>
                <a:ea typeface="Calibri" panose="020F0502020204030204" pitchFamily="34" charset="0"/>
                <a:cs typeface="Calibri" panose="020F0502020204030204" pitchFamily="34" charset="0"/>
              </a:rPr>
              <a:t>[6]	Mabrouk, A., Diaz Redondo, R. P., </a:t>
            </a:r>
            <a:r>
              <a:rPr lang="en-IN" sz="2000" dirty="0" err="1">
                <a:latin typeface="Calibri" panose="020F0502020204030204" pitchFamily="34" charset="0"/>
                <a:ea typeface="Calibri" panose="020F0502020204030204" pitchFamily="34" charset="0"/>
                <a:cs typeface="Calibri" panose="020F0502020204030204" pitchFamily="34" charset="0"/>
              </a:rPr>
              <a:t>Dahou</a:t>
            </a:r>
            <a:r>
              <a:rPr lang="en-IN" sz="2000" dirty="0">
                <a:latin typeface="Calibri" panose="020F0502020204030204" pitchFamily="34" charset="0"/>
                <a:ea typeface="Calibri" panose="020F0502020204030204" pitchFamily="34" charset="0"/>
                <a:cs typeface="Calibri" panose="020F0502020204030204" pitchFamily="34" charset="0"/>
              </a:rPr>
              <a:t>, A., Abd </a:t>
            </a:r>
            <a:r>
              <a:rPr lang="en-IN" sz="2000" dirty="0" err="1">
                <a:latin typeface="Calibri" panose="020F0502020204030204" pitchFamily="34" charset="0"/>
                <a:ea typeface="Calibri" panose="020F0502020204030204" pitchFamily="34" charset="0"/>
                <a:cs typeface="Calibri" panose="020F0502020204030204" pitchFamily="34" charset="0"/>
              </a:rPr>
              <a:t>Elaziz</a:t>
            </a:r>
            <a:r>
              <a:rPr lang="en-IN" sz="2000" dirty="0">
                <a:latin typeface="Calibri" panose="020F0502020204030204" pitchFamily="34" charset="0"/>
                <a:ea typeface="Calibri" panose="020F0502020204030204" pitchFamily="34" charset="0"/>
                <a:cs typeface="Calibri" panose="020F0502020204030204" pitchFamily="34" charset="0"/>
              </a:rPr>
              <a:t>, M., &amp; </a:t>
            </a:r>
            <a:r>
              <a:rPr lang="en-IN" sz="2000" dirty="0" err="1">
                <a:latin typeface="Calibri" panose="020F0502020204030204" pitchFamily="34" charset="0"/>
                <a:ea typeface="Calibri" panose="020F0502020204030204" pitchFamily="34" charset="0"/>
                <a:cs typeface="Calibri" panose="020F0502020204030204" pitchFamily="34" charset="0"/>
              </a:rPr>
              <a:t>Kayed</a:t>
            </a:r>
            <a:r>
              <a:rPr lang="en-IN" sz="2000" dirty="0">
                <a:latin typeface="Calibri" panose="020F0502020204030204" pitchFamily="34" charset="0"/>
                <a:ea typeface="Calibri" panose="020F0502020204030204" pitchFamily="34" charset="0"/>
                <a:cs typeface="Calibri" panose="020F0502020204030204" pitchFamily="34" charset="0"/>
              </a:rPr>
              <a:t>, M. (2022). Pneumonia detection on chest X-ray images using ensemble of deep convolutional neural networks. Applied Sciences, 12(13), 6448.</a:t>
            </a:r>
          </a:p>
          <a:p>
            <a:pPr marL="0" indent="0">
              <a:buNone/>
            </a:pPr>
            <a:endParaRPr lang="en-IN" sz="20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15E0A728-3926-3213-EB01-52EFA5E8A381}"/>
              </a:ext>
            </a:extLst>
          </p:cNvPr>
          <p:cNvSpPr>
            <a:spLocks noGrp="1"/>
          </p:cNvSpPr>
          <p:nvPr>
            <p:ph type="sldNum" sz="quarter" idx="10"/>
          </p:nvPr>
        </p:nvSpPr>
        <p:spPr/>
        <p:txBody>
          <a:bodyPr/>
          <a:lstStyle/>
          <a:p>
            <a:pPr>
              <a:defRPr/>
            </a:pPr>
            <a:fld id="{20531288-2EDE-46F3-90C4-986731F85F58}" type="slidenum">
              <a:rPr lang="en-US" altLang="en-US" smtClean="0"/>
              <a:pPr>
                <a:defRPr/>
              </a:pPr>
              <a:t>8</a:t>
            </a:fld>
            <a:endParaRPr lang="en-US" altLang="en-US"/>
          </a:p>
        </p:txBody>
      </p:sp>
    </p:spTree>
    <p:extLst>
      <p:ext uri="{BB962C8B-B14F-4D97-AF65-F5344CB8AC3E}">
        <p14:creationId xmlns:p14="http://schemas.microsoft.com/office/powerpoint/2010/main" val="756209367"/>
      </p:ext>
    </p:extLst>
  </p:cSld>
  <p:clrMapOvr>
    <a:masterClrMapping/>
  </p:clrMapOvr>
  <p:transition spd="slow">
    <p:cove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16FA3E5-0BA8-42FE-A253-2089B599464E}"/>
              </a:ext>
            </a:extLst>
          </p:cNvPr>
          <p:cNvSpPr>
            <a:spLocks noGrp="1"/>
          </p:cNvSpPr>
          <p:nvPr>
            <p:ph type="sldNum" sz="quarter" idx="10"/>
          </p:nvPr>
        </p:nvSpPr>
        <p:spPr/>
        <p:txBody>
          <a:bodyPr/>
          <a:lstStyle/>
          <a:p>
            <a:pPr>
              <a:defRPr/>
            </a:pPr>
            <a:fld id="{20531288-2EDE-46F3-90C4-986731F85F58}" type="slidenum">
              <a:rPr lang="en-US" altLang="en-US" smtClean="0"/>
              <a:pPr>
                <a:defRPr/>
              </a:pPr>
              <a:t>9</a:t>
            </a:fld>
            <a:endParaRPr lang="en-US" altLang="en-US"/>
          </a:p>
        </p:txBody>
      </p:sp>
      <p:sp>
        <p:nvSpPr>
          <p:cNvPr id="5" name="Title 1">
            <a:extLst>
              <a:ext uri="{FF2B5EF4-FFF2-40B4-BE49-F238E27FC236}">
                <a16:creationId xmlns:a16="http://schemas.microsoft.com/office/drawing/2014/main" id="{347468F0-7677-D6F0-A127-14CD4678C4AD}"/>
              </a:ext>
            </a:extLst>
          </p:cNvPr>
          <p:cNvSpPr txBox="1">
            <a:spLocks/>
          </p:cNvSpPr>
          <p:nvPr/>
        </p:nvSpPr>
        <p:spPr>
          <a:xfrm>
            <a:off x="3956050" y="2927350"/>
            <a:ext cx="4279900" cy="1003300"/>
          </a:xfrm>
          <a:prstGeom prst="rect">
            <a:avLst/>
          </a:prstGeom>
        </p:spPr>
        <p:txBody>
          <a:bodyPr/>
          <a:lst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defRPr>
            </a:lvl2pPr>
            <a:lvl3pPr algn="ctr" rtl="0" eaLnBrk="0" fontAlgn="base" hangingPunct="0">
              <a:spcBef>
                <a:spcPct val="0"/>
              </a:spcBef>
              <a:spcAft>
                <a:spcPct val="0"/>
              </a:spcAft>
              <a:defRPr sz="4400">
                <a:solidFill>
                  <a:schemeClr val="tx2"/>
                </a:solidFill>
                <a:latin typeface="Arial" panose="020B0604020202020204" pitchFamily="34" charset="0"/>
              </a:defRPr>
            </a:lvl3pPr>
            <a:lvl4pPr algn="ctr" rtl="0" eaLnBrk="0" fontAlgn="base" hangingPunct="0">
              <a:spcBef>
                <a:spcPct val="0"/>
              </a:spcBef>
              <a:spcAft>
                <a:spcPct val="0"/>
              </a:spcAft>
              <a:defRPr sz="4400">
                <a:solidFill>
                  <a:schemeClr val="tx2"/>
                </a:solidFill>
                <a:latin typeface="Arial" panose="020B0604020202020204" pitchFamily="34" charset="0"/>
              </a:defRPr>
            </a:lvl4pPr>
            <a:lvl5pPr algn="ctr" rtl="0" eaLnBrk="0" fontAlgn="base" hangingPunct="0">
              <a:spcBef>
                <a:spcPct val="0"/>
              </a:spcBef>
              <a:spcAft>
                <a:spcPct val="0"/>
              </a:spcAft>
              <a:defRPr sz="4400">
                <a:solidFill>
                  <a:schemeClr val="tx2"/>
                </a:solidFill>
                <a:latin typeface="Arial" panose="020B0604020202020204" pitchFamily="34" charset="0"/>
              </a:defRPr>
            </a:lvl5pPr>
            <a:lvl6pPr marL="457200" algn="ctr" rtl="0" fontAlgn="base">
              <a:spcBef>
                <a:spcPct val="0"/>
              </a:spcBef>
              <a:spcAft>
                <a:spcPct val="0"/>
              </a:spcAft>
              <a:defRPr sz="4400">
                <a:solidFill>
                  <a:schemeClr val="tx2"/>
                </a:solidFill>
                <a:latin typeface="Arial" panose="020B0604020202020204" pitchFamily="34" charset="0"/>
              </a:defRPr>
            </a:lvl6pPr>
            <a:lvl7pPr marL="914400" algn="ctr" rtl="0" fontAlgn="base">
              <a:spcBef>
                <a:spcPct val="0"/>
              </a:spcBef>
              <a:spcAft>
                <a:spcPct val="0"/>
              </a:spcAft>
              <a:defRPr sz="4400">
                <a:solidFill>
                  <a:schemeClr val="tx2"/>
                </a:solidFill>
                <a:latin typeface="Arial" panose="020B0604020202020204" pitchFamily="34" charset="0"/>
              </a:defRPr>
            </a:lvl7pPr>
            <a:lvl8pPr marL="1371600" algn="ctr" rtl="0" fontAlgn="base">
              <a:spcBef>
                <a:spcPct val="0"/>
              </a:spcBef>
              <a:spcAft>
                <a:spcPct val="0"/>
              </a:spcAft>
              <a:defRPr sz="4400">
                <a:solidFill>
                  <a:schemeClr val="tx2"/>
                </a:solidFill>
                <a:latin typeface="Arial" panose="020B0604020202020204" pitchFamily="34" charset="0"/>
              </a:defRPr>
            </a:lvl8pPr>
            <a:lvl9pPr marL="1828800" algn="ctr" rtl="0" fontAlgn="base">
              <a:spcBef>
                <a:spcPct val="0"/>
              </a:spcBef>
              <a:spcAft>
                <a:spcPct val="0"/>
              </a:spcAft>
              <a:defRPr sz="4400">
                <a:solidFill>
                  <a:schemeClr val="tx2"/>
                </a:solidFill>
                <a:latin typeface="Arial" panose="020B0604020202020204" pitchFamily="34" charset="0"/>
              </a:defRPr>
            </a:lvl9pPr>
          </a:lstStyle>
          <a:p>
            <a:r>
              <a:rPr lang="en-US" sz="3200" b="1" dirty="0">
                <a:latin typeface="Calibri" panose="020F0502020204030204" pitchFamily="34" charset="0"/>
                <a:cs typeface="Calibri" panose="020F0502020204030204" pitchFamily="34" charset="0"/>
              </a:rPr>
              <a:t>THANK </a:t>
            </a:r>
            <a:r>
              <a:rPr lang="en-US" sz="3200" b="1" dirty="0">
                <a:solidFill>
                  <a:schemeClr val="tx1"/>
                </a:solidFill>
                <a:latin typeface="Calibri" panose="020F0502020204030204" pitchFamily="34" charset="0"/>
                <a:cs typeface="Calibri" panose="020F0502020204030204" pitchFamily="34" charset="0"/>
              </a:rPr>
              <a:t>YOU!</a:t>
            </a:r>
          </a:p>
        </p:txBody>
      </p:sp>
      <p:pic>
        <p:nvPicPr>
          <p:cNvPr id="3" name="Picture 2">
            <a:extLst>
              <a:ext uri="{FF2B5EF4-FFF2-40B4-BE49-F238E27FC236}">
                <a16:creationId xmlns:a16="http://schemas.microsoft.com/office/drawing/2014/main" id="{141D115F-C6A4-0D56-FB20-CE681F8C29D0}"/>
              </a:ext>
            </a:extLst>
          </p:cNvPr>
          <p:cNvPicPr>
            <a:picLocks noChangeAspect="1"/>
          </p:cNvPicPr>
          <p:nvPr/>
        </p:nvPicPr>
        <p:blipFill>
          <a:blip r:embed="rId3"/>
          <a:stretch>
            <a:fillRect/>
          </a:stretch>
        </p:blipFill>
        <p:spPr>
          <a:xfrm>
            <a:off x="10630137" y="525119"/>
            <a:ext cx="1152686" cy="362001"/>
          </a:xfrm>
          <a:prstGeom prst="rect">
            <a:avLst/>
          </a:prstGeom>
        </p:spPr>
      </p:pic>
    </p:spTree>
    <p:extLst>
      <p:ext uri="{BB962C8B-B14F-4D97-AF65-F5344CB8AC3E}">
        <p14:creationId xmlns:p14="http://schemas.microsoft.com/office/powerpoint/2010/main" val="38093739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977</TotalTime>
  <Words>1422</Words>
  <Application>Microsoft Office PowerPoint</Application>
  <PresentationFormat>Widescreen</PresentationFormat>
  <Paragraphs>100</Paragraphs>
  <Slides>9</Slides>
  <Notes>9</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9</vt:i4>
      </vt:variant>
    </vt:vector>
  </HeadingPairs>
  <TitlesOfParts>
    <vt:vector size="16" baseType="lpstr">
      <vt:lpstr>Arial</vt:lpstr>
      <vt:lpstr>Calibri</vt:lpstr>
      <vt:lpstr>Calibri Light</vt:lpstr>
      <vt:lpstr>Courier New</vt:lpstr>
      <vt:lpstr>Symbol</vt:lpstr>
      <vt:lpstr>Office Theme</vt:lpstr>
      <vt:lpstr>Default Design</vt:lpstr>
      <vt:lpstr>PowerPoint Presentation</vt:lpstr>
      <vt:lpstr>INTRODUCTION</vt:lpstr>
      <vt:lpstr>Objectives </vt:lpstr>
      <vt:lpstr>Methodology</vt:lpstr>
      <vt:lpstr>Results and Discussion</vt:lpstr>
      <vt:lpstr>Future Research Directions</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Technical Paper Presentation</dc:title>
  <dc:creator>Dr Shilpi Sharma</dc:creator>
  <cp:lastModifiedBy>Suyash Thakur</cp:lastModifiedBy>
  <cp:revision>19</cp:revision>
  <dcterms:created xsi:type="dcterms:W3CDTF">2022-01-25T08:07:39Z</dcterms:created>
  <dcterms:modified xsi:type="dcterms:W3CDTF">2024-11-25T03:10:27Z</dcterms:modified>
</cp:coreProperties>
</file>